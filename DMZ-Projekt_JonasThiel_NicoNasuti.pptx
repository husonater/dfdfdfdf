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CF13E-4CA0-4D78-ACD4-E80EA2D1682F}" v="154" dt="2025-12-02T18:54:48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-Paul Thiel" userId="0bed25df3b3419d1" providerId="Windows Live" clId="Web-{32ACF13E-4CA0-4D78-ACD4-E80EA2D1682F}"/>
    <pc:docChg chg="addSld delSld modSld">
      <pc:chgData name="Jonas-Paul Thiel" userId="0bed25df3b3419d1" providerId="Windows Live" clId="Web-{32ACF13E-4CA0-4D78-ACD4-E80EA2D1682F}" dt="2025-12-02T18:54:59.843" v="181" actId="1076"/>
      <pc:docMkLst>
        <pc:docMk/>
      </pc:docMkLst>
      <pc:sldChg chg="addSp modSp mod setBg">
        <pc:chgData name="Jonas-Paul Thiel" userId="0bed25df3b3419d1" providerId="Windows Live" clId="Web-{32ACF13E-4CA0-4D78-ACD4-E80EA2D1682F}" dt="2025-12-02T18:45:41.942" v="87"/>
        <pc:sldMkLst>
          <pc:docMk/>
          <pc:sldMk cId="1004218844" sldId="256"/>
        </pc:sldMkLst>
        <pc:spChg chg="mo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2" creationId="{7A846699-857B-28F6-E901-1EC3A5385747}"/>
          </ac:spMkLst>
        </pc:spChg>
        <pc:spChg chg="mo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3" creationId="{11096451-DE6E-E806-CEDE-4E413C7921BF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8" creationId="{3677BAFB-3BD3-41BB-9107-FAE224AE21C4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10" creationId="{E6823A9B-C188-42D4-847C-3AD928DB145C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12" creationId="{34B557F3-1A0C-4749-A6DB-EAC082DF390B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14" creationId="{55D55AA6-3751-494F-868A-DCEDC5CE82BF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16" creationId="{4D4C00DC-4DC6-4CD2-9E31-F17E6CEBC5A6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18" creationId="{D82AB1B2-7970-42CF-8BF5-567C69E9FFFB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24" creationId="{C10FB9CA-E7FA-462C-B537-F1224ED1ACF4}"/>
          </ac:spMkLst>
        </pc:spChg>
        <pc:spChg chg="add">
          <ac:chgData name="Jonas-Paul Thiel" userId="0bed25df3b3419d1" providerId="Windows Live" clId="Web-{32ACF13E-4CA0-4D78-ACD4-E80EA2D1682F}" dt="2025-12-02T18:45:41.942" v="87"/>
          <ac:spMkLst>
            <pc:docMk/>
            <pc:sldMk cId="1004218844" sldId="256"/>
            <ac:spMk id="26" creationId="{D8469AE7-A75B-4F37-850B-EF5974ABED2C}"/>
          </ac:spMkLst>
        </pc:spChg>
      </pc:sldChg>
      <pc:sldChg chg="addSp modSp mod setBg">
        <pc:chgData name="Jonas-Paul Thiel" userId="0bed25df3b3419d1" providerId="Windows Live" clId="Web-{32ACF13E-4CA0-4D78-ACD4-E80EA2D1682F}" dt="2025-12-02T18:45:59.224" v="88"/>
        <pc:sldMkLst>
          <pc:docMk/>
          <pc:sldMk cId="3806145765" sldId="257"/>
        </pc:sldMkLst>
        <pc:spChg chg="mod">
          <ac:chgData name="Jonas-Paul Thiel" userId="0bed25df3b3419d1" providerId="Windows Live" clId="Web-{32ACF13E-4CA0-4D78-ACD4-E80EA2D1682F}" dt="2025-12-02T18:45:59.224" v="88"/>
          <ac:spMkLst>
            <pc:docMk/>
            <pc:sldMk cId="3806145765" sldId="257"/>
            <ac:spMk id="2" creationId="{4C622B86-E95B-A125-72DB-BBEEA2A57D16}"/>
          </ac:spMkLst>
        </pc:spChg>
        <pc:spChg chg="mod">
          <ac:chgData name="Jonas-Paul Thiel" userId="0bed25df3b3419d1" providerId="Windows Live" clId="Web-{32ACF13E-4CA0-4D78-ACD4-E80EA2D1682F}" dt="2025-12-02T18:45:59.224" v="88"/>
          <ac:spMkLst>
            <pc:docMk/>
            <pc:sldMk cId="3806145765" sldId="257"/>
            <ac:spMk id="3" creationId="{8DA20376-BB5D-405F-E9A1-F575F524A70B}"/>
          </ac:spMkLst>
        </pc:spChg>
        <pc:spChg chg="add">
          <ac:chgData name="Jonas-Paul Thiel" userId="0bed25df3b3419d1" providerId="Windows Live" clId="Web-{32ACF13E-4CA0-4D78-ACD4-E80EA2D1682F}" dt="2025-12-02T18:45:59.224" v="88"/>
          <ac:spMkLst>
            <pc:docMk/>
            <pc:sldMk cId="3806145765" sldId="257"/>
            <ac:spMk id="8" creationId="{081EA652-8C6A-4E69-BEB9-170809474553}"/>
          </ac:spMkLst>
        </pc:spChg>
        <pc:spChg chg="add">
          <ac:chgData name="Jonas-Paul Thiel" userId="0bed25df3b3419d1" providerId="Windows Live" clId="Web-{32ACF13E-4CA0-4D78-ACD4-E80EA2D1682F}" dt="2025-12-02T18:45:59.224" v="88"/>
          <ac:spMkLst>
            <pc:docMk/>
            <pc:sldMk cId="3806145765" sldId="257"/>
            <ac:spMk id="10" creationId="{5298780A-33B9-4EA2-8F67-DE68AD62841B}"/>
          </ac:spMkLst>
        </pc:spChg>
        <pc:spChg chg="add">
          <ac:chgData name="Jonas-Paul Thiel" userId="0bed25df3b3419d1" providerId="Windows Live" clId="Web-{32ACF13E-4CA0-4D78-ACD4-E80EA2D1682F}" dt="2025-12-02T18:45:59.224" v="88"/>
          <ac:spMkLst>
            <pc:docMk/>
            <pc:sldMk cId="3806145765" sldId="257"/>
            <ac:spMk id="12" creationId="{7F488E8B-4E1E-4402-8935-D4E6C02615C7}"/>
          </ac:spMkLst>
        </pc:spChg>
      </pc:sldChg>
      <pc:sldChg chg="addSp modSp mod setBg">
        <pc:chgData name="Jonas-Paul Thiel" userId="0bed25df3b3419d1" providerId="Windows Live" clId="Web-{32ACF13E-4CA0-4D78-ACD4-E80EA2D1682F}" dt="2025-12-02T18:46:05.443" v="89"/>
        <pc:sldMkLst>
          <pc:docMk/>
          <pc:sldMk cId="2098179565" sldId="258"/>
        </pc:sldMkLst>
        <pc:spChg chg="mod">
          <ac:chgData name="Jonas-Paul Thiel" userId="0bed25df3b3419d1" providerId="Windows Live" clId="Web-{32ACF13E-4CA0-4D78-ACD4-E80EA2D1682F}" dt="2025-12-02T18:46:05.443" v="89"/>
          <ac:spMkLst>
            <pc:docMk/>
            <pc:sldMk cId="2098179565" sldId="258"/>
            <ac:spMk id="2" creationId="{E5FF75A2-10AD-1CD5-D381-793C1249EA82}"/>
          </ac:spMkLst>
        </pc:spChg>
        <pc:spChg chg="mod">
          <ac:chgData name="Jonas-Paul Thiel" userId="0bed25df3b3419d1" providerId="Windows Live" clId="Web-{32ACF13E-4CA0-4D78-ACD4-E80EA2D1682F}" dt="2025-12-02T18:46:05.443" v="89"/>
          <ac:spMkLst>
            <pc:docMk/>
            <pc:sldMk cId="2098179565" sldId="258"/>
            <ac:spMk id="3" creationId="{F7CF1C4C-3110-845F-31E4-A3D076A18EC6}"/>
          </ac:spMkLst>
        </pc:spChg>
        <pc:spChg chg="add">
          <ac:chgData name="Jonas-Paul Thiel" userId="0bed25df3b3419d1" providerId="Windows Live" clId="Web-{32ACF13E-4CA0-4D78-ACD4-E80EA2D1682F}" dt="2025-12-02T18:46:05.443" v="89"/>
          <ac:spMkLst>
            <pc:docMk/>
            <pc:sldMk cId="2098179565" sldId="258"/>
            <ac:spMk id="8" creationId="{081EA652-8C6A-4E69-BEB9-170809474553}"/>
          </ac:spMkLst>
        </pc:spChg>
        <pc:spChg chg="add">
          <ac:chgData name="Jonas-Paul Thiel" userId="0bed25df3b3419d1" providerId="Windows Live" clId="Web-{32ACF13E-4CA0-4D78-ACD4-E80EA2D1682F}" dt="2025-12-02T18:46:05.443" v="89"/>
          <ac:spMkLst>
            <pc:docMk/>
            <pc:sldMk cId="2098179565" sldId="258"/>
            <ac:spMk id="10" creationId="{5298780A-33B9-4EA2-8F67-DE68AD62841B}"/>
          </ac:spMkLst>
        </pc:spChg>
        <pc:spChg chg="add">
          <ac:chgData name="Jonas-Paul Thiel" userId="0bed25df3b3419d1" providerId="Windows Live" clId="Web-{32ACF13E-4CA0-4D78-ACD4-E80EA2D1682F}" dt="2025-12-02T18:46:05.443" v="89"/>
          <ac:spMkLst>
            <pc:docMk/>
            <pc:sldMk cId="2098179565" sldId="258"/>
            <ac:spMk id="12" creationId="{7F488E8B-4E1E-4402-8935-D4E6C02615C7}"/>
          </ac:spMkLst>
        </pc:spChg>
      </pc:sldChg>
      <pc:sldChg chg="add del">
        <pc:chgData name="Jonas-Paul Thiel" userId="0bed25df3b3419d1" providerId="Windows Live" clId="Web-{32ACF13E-4CA0-4D78-ACD4-E80EA2D1682F}" dt="2025-12-02T18:47:14.572" v="92"/>
        <pc:sldMkLst>
          <pc:docMk/>
          <pc:sldMk cId="3328962304" sldId="259"/>
        </pc:sldMkLst>
      </pc:sldChg>
      <pc:sldChg chg="addSp delSp modSp">
        <pc:chgData name="Jonas-Paul Thiel" userId="0bed25df3b3419d1" providerId="Windows Live" clId="Web-{32ACF13E-4CA0-4D78-ACD4-E80EA2D1682F}" dt="2025-12-02T18:48:07.762" v="108"/>
        <pc:sldMkLst>
          <pc:docMk/>
          <pc:sldMk cId="1641862471" sldId="260"/>
        </pc:sldMkLst>
        <pc:spChg chg="mod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2" creationId="{7DC72571-D872-9336-232C-87CF174D3EB5}"/>
          </ac:spMkLst>
        </pc:spChg>
        <pc:spChg chg="del">
          <ac:chgData name="Jonas-Paul Thiel" userId="0bed25df3b3419d1" providerId="Windows Live" clId="Web-{32ACF13E-4CA0-4D78-ACD4-E80EA2D1682F}" dt="2025-12-02T18:47:28.494" v="95"/>
          <ac:spMkLst>
            <pc:docMk/>
            <pc:sldMk cId="1641862471" sldId="260"/>
            <ac:spMk id="10" creationId="{37C89E4B-3C9F-44B9-8B86-D9E3D112D8EC}"/>
          </ac:spMkLst>
        </pc:spChg>
        <pc:spChg chg="add del">
          <ac:chgData name="Jonas-Paul Thiel" userId="0bed25df3b3419d1" providerId="Windows Live" clId="Web-{32ACF13E-4CA0-4D78-ACD4-E80EA2D1682F}" dt="2025-12-02T18:47:51.089" v="103"/>
          <ac:spMkLst>
            <pc:docMk/>
            <pc:sldMk cId="1641862471" sldId="260"/>
            <ac:spMk id="39" creationId="{340D948C-D493-1169-DAB4-152DB62D725A}"/>
          </ac:spMkLst>
        </pc:spChg>
        <pc:spChg chg="add del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42" creationId="{3346177D-ADC4-4968-B747-5CFCD390B5B9}"/>
          </ac:spMkLst>
        </pc:spChg>
        <pc:spChg chg="add del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44" creationId="{0844A943-BF79-4FEA-ABB1-3BD54D236606}"/>
          </ac:spMkLst>
        </pc:spChg>
        <pc:spChg chg="add del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46" creationId="{6437CC72-F4A8-4DC3-AFAB-D22C482C8100}"/>
          </ac:spMkLst>
        </pc:spChg>
        <pc:spChg chg="add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51" creationId="{47942995-B07F-4636-9A06-C6A104B260A8}"/>
          </ac:spMkLst>
        </pc:spChg>
        <pc:spChg chg="add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58" creationId="{B81933D1-5615-42C7-9C0B-4EB7105CCE2D}"/>
          </ac:spMkLst>
        </pc:spChg>
        <pc:spChg chg="add">
          <ac:chgData name="Jonas-Paul Thiel" userId="0bed25df3b3419d1" providerId="Windows Live" clId="Web-{32ACF13E-4CA0-4D78-ACD4-E80EA2D1682F}" dt="2025-12-02T18:48:07.762" v="108"/>
          <ac:spMkLst>
            <pc:docMk/>
            <pc:sldMk cId="1641862471" sldId="260"/>
            <ac:spMk id="60" creationId="{19C9EAEA-39D0-4B0E-A0EB-51E7B26740B1}"/>
          </ac:spMkLst>
        </pc:spChg>
        <pc:grpChg chg="add">
          <ac:chgData name="Jonas-Paul Thiel" userId="0bed25df3b3419d1" providerId="Windows Live" clId="Web-{32ACF13E-4CA0-4D78-ACD4-E80EA2D1682F}" dt="2025-12-02T18:48:07.762" v="108"/>
          <ac:grpSpMkLst>
            <pc:docMk/>
            <pc:sldMk cId="1641862471" sldId="260"/>
            <ac:grpSpMk id="53" creationId="{032D8612-31EB-44CF-A1D0-14FD4C705424}"/>
          </ac:grpSpMkLst>
        </pc:grpChg>
        <pc:picChg chg="mod">
          <ac:chgData name="Jonas-Paul Thiel" userId="0bed25df3b3419d1" providerId="Windows Live" clId="Web-{32ACF13E-4CA0-4D78-ACD4-E80EA2D1682F}" dt="2025-12-02T18:48:07.762" v="108"/>
          <ac:picMkLst>
            <pc:docMk/>
            <pc:sldMk cId="1641862471" sldId="260"/>
            <ac:picMk id="35" creationId="{1839048C-7F24-B2AC-98C6-337C5B441E63}"/>
          </ac:picMkLst>
        </pc:picChg>
        <pc:cxnChg chg="del">
          <ac:chgData name="Jonas-Paul Thiel" userId="0bed25df3b3419d1" providerId="Windows Live" clId="Web-{32ACF13E-4CA0-4D78-ACD4-E80EA2D1682F}" dt="2025-12-02T18:47:28.494" v="95"/>
          <ac:cxnSpMkLst>
            <pc:docMk/>
            <pc:sldMk cId="1641862471" sldId="260"/>
            <ac:cxnSpMk id="12" creationId="{AA2EAA10-076F-46BD-8F0F-B9A2FB77A85C}"/>
          </ac:cxnSpMkLst>
        </pc:cxnChg>
        <pc:cxnChg chg="del">
          <ac:chgData name="Jonas-Paul Thiel" userId="0bed25df3b3419d1" providerId="Windows Live" clId="Web-{32ACF13E-4CA0-4D78-ACD4-E80EA2D1682F}" dt="2025-12-02T18:47:28.494" v="95"/>
          <ac:cxnSpMkLst>
            <pc:docMk/>
            <pc:sldMk cId="1641862471" sldId="260"/>
            <ac:cxnSpMk id="14" creationId="{D891E407-403B-4764-86C9-33A56D3BCAA3}"/>
          </ac:cxnSpMkLst>
        </pc:cxnChg>
      </pc:sldChg>
      <pc:sldChg chg="addSp delSp modSp mod setBg">
        <pc:chgData name="Jonas-Paul Thiel" userId="0bed25df3b3419d1" providerId="Windows Live" clId="Web-{32ACF13E-4CA0-4D78-ACD4-E80EA2D1682F}" dt="2025-12-02T18:49:25.093" v="121" actId="1076"/>
        <pc:sldMkLst>
          <pc:docMk/>
          <pc:sldMk cId="2068684468" sldId="261"/>
        </pc:sldMkLst>
        <pc:spChg chg="mo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2" creationId="{FEDCA7DD-DB79-F962-4A56-31C70DCA3675}"/>
          </ac:spMkLst>
        </pc:spChg>
        <pc:spChg chg="mo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3" creationId="{54509284-A11E-A3F8-680C-39DFF858ECB1}"/>
          </ac:spMkLst>
        </pc:spChg>
        <pc:spChg chg="ad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10" creationId="{DBC6133C-0615-4CE4-9132-37E609A9BDFA}"/>
          </ac:spMkLst>
        </pc:spChg>
        <pc:spChg chg="ad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12" creationId="{169CC832-2974-4E8D-90ED-3E2941BA7336}"/>
          </ac:spMkLst>
        </pc:spChg>
        <pc:spChg chg="ad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14" creationId="{55222F96-971A-4F90-B841-6BAB416C7AC1}"/>
          </ac:spMkLst>
        </pc:spChg>
        <pc:spChg chg="add">
          <ac:chgData name="Jonas-Paul Thiel" userId="0bed25df3b3419d1" providerId="Windows Live" clId="Web-{32ACF13E-4CA0-4D78-ACD4-E80EA2D1682F}" dt="2025-12-02T18:48:18.981" v="109"/>
          <ac:spMkLst>
            <pc:docMk/>
            <pc:sldMk cId="2068684468" sldId="261"/>
            <ac:spMk id="16" creationId="{08980754-6F4B-43C9-B9BE-127B6BED6586}"/>
          </ac:spMkLst>
        </pc:spChg>
        <pc:spChg chg="add del">
          <ac:chgData name="Jonas-Paul Thiel" userId="0bed25df3b3419d1" providerId="Windows Live" clId="Web-{32ACF13E-4CA0-4D78-ACD4-E80EA2D1682F}" dt="2025-12-02T18:48:47.560" v="112"/>
          <ac:spMkLst>
            <pc:docMk/>
            <pc:sldMk cId="2068684468" sldId="261"/>
            <ac:spMk id="18" creationId="{2C1BBA94-3F40-40AA-8BB9-E69E25E537C1}"/>
          </ac:spMkLst>
        </pc:spChg>
        <pc:picChg chg="mod">
          <ac:chgData name="Jonas-Paul Thiel" userId="0bed25df3b3419d1" providerId="Windows Live" clId="Web-{32ACF13E-4CA0-4D78-ACD4-E80EA2D1682F}" dt="2025-12-02T18:49:25.093" v="121" actId="1076"/>
          <ac:picMkLst>
            <pc:docMk/>
            <pc:sldMk cId="2068684468" sldId="261"/>
            <ac:picMk id="5" creationId="{783CC794-2F8B-9D4D-957F-5F9717CB7818}"/>
          </ac:picMkLst>
        </pc:picChg>
      </pc:sldChg>
      <pc:sldChg chg="addSp delSp modSp mod setBg">
        <pc:chgData name="Jonas-Paul Thiel" userId="0bed25df3b3419d1" providerId="Windows Live" clId="Web-{32ACF13E-4CA0-4D78-ACD4-E80EA2D1682F}" dt="2025-12-02T18:49:09.124" v="118" actId="14100"/>
        <pc:sldMkLst>
          <pc:docMk/>
          <pc:sldMk cId="2331347415" sldId="262"/>
        </pc:sldMkLst>
        <pc:spChg chg="mo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2" creationId="{B43A146F-0A3E-13CC-0191-5B08B80CF4C3}"/>
          </ac:spMkLst>
        </pc:spChg>
        <pc:spChg chg="mo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3" creationId="{C1E83A20-70EB-FD07-B4AA-05185AEFF433}"/>
          </ac:spMkLst>
        </pc:spChg>
        <pc:spChg chg="ad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10" creationId="{DBC6133C-0615-4CE4-9132-37E609A9BDFA}"/>
          </ac:spMkLst>
        </pc:spChg>
        <pc:spChg chg="ad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12" creationId="{169CC832-2974-4E8D-90ED-3E2941BA7336}"/>
          </ac:spMkLst>
        </pc:spChg>
        <pc:spChg chg="ad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14" creationId="{55222F96-971A-4F90-B841-6BAB416C7AC1}"/>
          </ac:spMkLst>
        </pc:spChg>
        <pc:spChg chg="add">
          <ac:chgData name="Jonas-Paul Thiel" userId="0bed25df3b3419d1" providerId="Windows Live" clId="Web-{32ACF13E-4CA0-4D78-ACD4-E80EA2D1682F}" dt="2025-12-02T18:49:01.233" v="115"/>
          <ac:spMkLst>
            <pc:docMk/>
            <pc:sldMk cId="2331347415" sldId="262"/>
            <ac:spMk id="16" creationId="{08980754-6F4B-43C9-B9BE-127B6BED6586}"/>
          </ac:spMkLst>
        </pc:spChg>
        <pc:spChg chg="add del">
          <ac:chgData name="Jonas-Paul Thiel" userId="0bed25df3b3419d1" providerId="Windows Live" clId="Web-{32ACF13E-4CA0-4D78-ACD4-E80EA2D1682F}" dt="2025-12-02T18:49:03.686" v="116"/>
          <ac:spMkLst>
            <pc:docMk/>
            <pc:sldMk cId="2331347415" sldId="262"/>
            <ac:spMk id="18" creationId="{2C1BBA94-3F40-40AA-8BB9-E69E25E537C1}"/>
          </ac:spMkLst>
        </pc:spChg>
        <pc:picChg chg="mod">
          <ac:chgData name="Jonas-Paul Thiel" userId="0bed25df3b3419d1" providerId="Windows Live" clId="Web-{32ACF13E-4CA0-4D78-ACD4-E80EA2D1682F}" dt="2025-12-02T18:49:09.124" v="118" actId="14100"/>
          <ac:picMkLst>
            <pc:docMk/>
            <pc:sldMk cId="2331347415" sldId="262"/>
            <ac:picMk id="5" creationId="{B11A3E97-4A80-4103-D8D8-ADB41A5E9E50}"/>
          </ac:picMkLst>
        </pc:picChg>
      </pc:sldChg>
      <pc:sldChg chg="addSp delSp modSp mod setBg">
        <pc:chgData name="Jonas-Paul Thiel" userId="0bed25df3b3419d1" providerId="Windows Live" clId="Web-{32ACF13E-4CA0-4D78-ACD4-E80EA2D1682F}" dt="2025-12-02T18:49:42.984" v="126" actId="14100"/>
        <pc:sldMkLst>
          <pc:docMk/>
          <pc:sldMk cId="4171975331" sldId="263"/>
        </pc:sldMkLst>
        <pc:spChg chg="mo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2" creationId="{0F979C0F-13D1-AFD7-D9C3-F4E756AB3A2C}"/>
          </ac:spMkLst>
        </pc:spChg>
        <pc:spChg chg="mo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3" creationId="{199CB31C-0ECC-03A0-2365-331DE7AC8CD6}"/>
          </ac:spMkLst>
        </pc:spChg>
        <pc:spChg chg="ad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10" creationId="{DBC6133C-0615-4CE4-9132-37E609A9BDFA}"/>
          </ac:spMkLst>
        </pc:spChg>
        <pc:spChg chg="ad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12" creationId="{169CC832-2974-4E8D-90ED-3E2941BA7336}"/>
          </ac:spMkLst>
        </pc:spChg>
        <pc:spChg chg="ad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14" creationId="{55222F96-971A-4F90-B841-6BAB416C7AC1}"/>
          </ac:spMkLst>
        </pc:spChg>
        <pc:spChg chg="add">
          <ac:chgData name="Jonas-Paul Thiel" userId="0bed25df3b3419d1" providerId="Windows Live" clId="Web-{32ACF13E-4CA0-4D78-ACD4-E80EA2D1682F}" dt="2025-12-02T18:49:31.062" v="122"/>
          <ac:spMkLst>
            <pc:docMk/>
            <pc:sldMk cId="4171975331" sldId="263"/>
            <ac:spMk id="16" creationId="{08980754-6F4B-43C9-B9BE-127B6BED6586}"/>
          </ac:spMkLst>
        </pc:spChg>
        <pc:spChg chg="add del">
          <ac:chgData name="Jonas-Paul Thiel" userId="0bed25df3b3419d1" providerId="Windows Live" clId="Web-{32ACF13E-4CA0-4D78-ACD4-E80EA2D1682F}" dt="2025-12-02T18:49:34.328" v="123"/>
          <ac:spMkLst>
            <pc:docMk/>
            <pc:sldMk cId="4171975331" sldId="263"/>
            <ac:spMk id="18" creationId="{2C1BBA94-3F40-40AA-8BB9-E69E25E537C1}"/>
          </ac:spMkLst>
        </pc:spChg>
        <pc:picChg chg="mod">
          <ac:chgData name="Jonas-Paul Thiel" userId="0bed25df3b3419d1" providerId="Windows Live" clId="Web-{32ACF13E-4CA0-4D78-ACD4-E80EA2D1682F}" dt="2025-12-02T18:49:42.984" v="126" actId="14100"/>
          <ac:picMkLst>
            <pc:docMk/>
            <pc:sldMk cId="4171975331" sldId="263"/>
            <ac:picMk id="5" creationId="{9630E811-F04E-2271-0FD9-EB06B8C94B2B}"/>
          </ac:picMkLst>
        </pc:picChg>
      </pc:sldChg>
      <pc:sldChg chg="addSp delSp modSp mod setBg">
        <pc:chgData name="Jonas-Paul Thiel" userId="0bed25df3b3419d1" providerId="Windows Live" clId="Web-{32ACF13E-4CA0-4D78-ACD4-E80EA2D1682F}" dt="2025-12-02T18:51:42.754" v="136" actId="1076"/>
        <pc:sldMkLst>
          <pc:docMk/>
          <pc:sldMk cId="3248300616" sldId="264"/>
        </pc:sldMkLst>
        <pc:spChg chg="mo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2" creationId="{F04081AA-F0EE-5AA0-7E60-32C3A6E89517}"/>
          </ac:spMkLst>
        </pc:spChg>
        <pc:spChg chg="mo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3" creationId="{EC75CE03-9CF1-ADE3-15CD-DA1FC2B2CFCE}"/>
          </ac:spMkLst>
        </pc:spChg>
        <pc:spChg chg="ad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10" creationId="{DBC6133C-0615-4CE4-9132-37E609A9BDFA}"/>
          </ac:spMkLst>
        </pc:spChg>
        <pc:spChg chg="ad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12" creationId="{169CC832-2974-4E8D-90ED-3E2941BA7336}"/>
          </ac:spMkLst>
        </pc:spChg>
        <pc:spChg chg="ad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14" creationId="{55222F96-971A-4F90-B841-6BAB416C7AC1}"/>
          </ac:spMkLst>
        </pc:spChg>
        <pc:spChg chg="add">
          <ac:chgData name="Jonas-Paul Thiel" userId="0bed25df3b3419d1" providerId="Windows Live" clId="Web-{32ACF13E-4CA0-4D78-ACD4-E80EA2D1682F}" dt="2025-12-02T18:50:44.455" v="127"/>
          <ac:spMkLst>
            <pc:docMk/>
            <pc:sldMk cId="3248300616" sldId="264"/>
            <ac:spMk id="16" creationId="{08980754-6F4B-43C9-B9BE-127B6BED6586}"/>
          </ac:spMkLst>
        </pc:spChg>
        <pc:spChg chg="add del">
          <ac:chgData name="Jonas-Paul Thiel" userId="0bed25df3b3419d1" providerId="Windows Live" clId="Web-{32ACF13E-4CA0-4D78-ACD4-E80EA2D1682F}" dt="2025-12-02T18:50:47.893" v="128"/>
          <ac:spMkLst>
            <pc:docMk/>
            <pc:sldMk cId="3248300616" sldId="264"/>
            <ac:spMk id="18" creationId="{2C1BBA94-3F40-40AA-8BB9-E69E25E537C1}"/>
          </ac:spMkLst>
        </pc:spChg>
        <pc:picChg chg="add mod">
          <ac:chgData name="Jonas-Paul Thiel" userId="0bed25df3b3419d1" providerId="Windows Live" clId="Web-{32ACF13E-4CA0-4D78-ACD4-E80EA2D1682F}" dt="2025-12-02T18:51:42.754" v="136" actId="1076"/>
          <ac:picMkLst>
            <pc:docMk/>
            <pc:sldMk cId="3248300616" sldId="264"/>
            <ac:picMk id="4" creationId="{8AD49A3A-5331-3214-718E-228879F975C3}"/>
          </ac:picMkLst>
        </pc:picChg>
        <pc:picChg chg="del mod">
          <ac:chgData name="Jonas-Paul Thiel" userId="0bed25df3b3419d1" providerId="Windows Live" clId="Web-{32ACF13E-4CA0-4D78-ACD4-E80EA2D1682F}" dt="2025-12-02T18:51:37.410" v="133"/>
          <ac:picMkLst>
            <pc:docMk/>
            <pc:sldMk cId="3248300616" sldId="264"/>
            <ac:picMk id="5" creationId="{F5BBAB50-84A1-EA96-03F2-C457AB71BF7B}"/>
          </ac:picMkLst>
        </pc:picChg>
      </pc:sldChg>
      <pc:sldChg chg="addSp delSp modSp mod setBg">
        <pc:chgData name="Jonas-Paul Thiel" userId="0bed25df3b3419d1" providerId="Windows Live" clId="Web-{32ACF13E-4CA0-4D78-ACD4-E80EA2D1682F}" dt="2025-12-02T18:53:12.444" v="155" actId="1076"/>
        <pc:sldMkLst>
          <pc:docMk/>
          <pc:sldMk cId="87728598" sldId="265"/>
        </pc:sldMkLst>
        <pc:spChg chg="mod ord">
          <ac:chgData name="Jonas-Paul Thiel" userId="0bed25df3b3419d1" providerId="Windows Live" clId="Web-{32ACF13E-4CA0-4D78-ACD4-E80EA2D1682F}" dt="2025-12-02T18:52:53.788" v="152"/>
          <ac:spMkLst>
            <pc:docMk/>
            <pc:sldMk cId="87728598" sldId="265"/>
            <ac:spMk id="2" creationId="{E56AF688-8447-747E-6F3A-A80AE27407AC}"/>
          </ac:spMkLst>
        </pc:spChg>
        <pc:spChg chg="add del">
          <ac:chgData name="Jonas-Paul Thiel" userId="0bed25df3b3419d1" providerId="Windows Live" clId="Web-{32ACF13E-4CA0-4D78-ACD4-E80EA2D1682F}" dt="2025-12-02T18:52:00.552" v="140"/>
          <ac:spMkLst>
            <pc:docMk/>
            <pc:sldMk cId="87728598" sldId="265"/>
            <ac:spMk id="11" creationId="{32134271-DBBF-B0DB-53F2-27B19056BC49}"/>
          </ac:spMkLst>
        </pc:spChg>
        <pc:spChg chg="add del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14" creationId="{FFB60E8C-7224-44A4-87A0-46A1711DD2ED}"/>
          </ac:spMkLst>
        </pc:spChg>
        <pc:spChg chg="add del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16" creationId="{5DA32751-37A2-45C0-BE94-63D375E27003}"/>
          </ac:spMkLst>
        </pc:spChg>
        <pc:spChg chg="add del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18" creationId="{E659831F-0D9A-4C63-9EBB-8435B85A440F}"/>
          </ac:spMkLst>
        </pc:spChg>
        <pc:spChg chg="add del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20" creationId="{5A55FBCD-CD42-40F5-8A1B-3203F9CAEEAA}"/>
          </ac:spMkLst>
        </pc:spChg>
        <pc:spChg chg="add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25" creationId="{47942995-B07F-4636-9A06-C6A104B260A8}"/>
          </ac:spMkLst>
        </pc:spChg>
        <pc:spChg chg="add">
          <ac:chgData name="Jonas-Paul Thiel" userId="0bed25df3b3419d1" providerId="Windows Live" clId="Web-{32ACF13E-4CA0-4D78-ACD4-E80EA2D1682F}" dt="2025-12-02T18:52:10.755" v="143"/>
          <ac:spMkLst>
            <pc:docMk/>
            <pc:sldMk cId="87728598" sldId="265"/>
            <ac:spMk id="32" creationId="{B81933D1-5615-42C7-9C0B-4EB7105CCE2D}"/>
          </ac:spMkLst>
        </pc:spChg>
        <pc:spChg chg="add del mod">
          <ac:chgData name="Jonas-Paul Thiel" userId="0bed25df3b3419d1" providerId="Windows Live" clId="Web-{32ACF13E-4CA0-4D78-ACD4-E80EA2D1682F}" dt="2025-12-02T18:52:33.553" v="149"/>
          <ac:spMkLst>
            <pc:docMk/>
            <pc:sldMk cId="87728598" sldId="265"/>
            <ac:spMk id="34" creationId="{19C9EAEA-39D0-4B0E-A0EB-51E7B26740B1}"/>
          </ac:spMkLst>
        </pc:spChg>
        <pc:grpChg chg="add">
          <ac:chgData name="Jonas-Paul Thiel" userId="0bed25df3b3419d1" providerId="Windows Live" clId="Web-{32ACF13E-4CA0-4D78-ACD4-E80EA2D1682F}" dt="2025-12-02T18:52:10.755" v="143"/>
          <ac:grpSpMkLst>
            <pc:docMk/>
            <pc:sldMk cId="87728598" sldId="265"/>
            <ac:grpSpMk id="27" creationId="{032D8612-31EB-44CF-A1D0-14FD4C705424}"/>
          </ac:grpSpMkLst>
        </pc:grpChg>
        <pc:picChg chg="mod">
          <ac:chgData name="Jonas-Paul Thiel" userId="0bed25df3b3419d1" providerId="Windows Live" clId="Web-{32ACF13E-4CA0-4D78-ACD4-E80EA2D1682F}" dt="2025-12-02T18:53:12.444" v="155" actId="1076"/>
          <ac:picMkLst>
            <pc:docMk/>
            <pc:sldMk cId="87728598" sldId="265"/>
            <ac:picMk id="7" creationId="{AEAF8EB5-3D25-D4CB-1C5C-17E80B220347}"/>
          </ac:picMkLst>
        </pc:picChg>
      </pc:sldChg>
      <pc:sldChg chg="addSp delSp modSp mod setBg">
        <pc:chgData name="Jonas-Paul Thiel" userId="0bed25df3b3419d1" providerId="Windows Live" clId="Web-{32ACF13E-4CA0-4D78-ACD4-E80EA2D1682F}" dt="2025-12-02T18:54:59.843" v="181" actId="1076"/>
        <pc:sldMkLst>
          <pc:docMk/>
          <pc:sldMk cId="1806467690" sldId="266"/>
        </pc:sldMkLst>
        <pc:spChg chg="mod">
          <ac:chgData name="Jonas-Paul Thiel" userId="0bed25df3b3419d1" providerId="Windows Live" clId="Web-{32ACF13E-4CA0-4D78-ACD4-E80EA2D1682F}" dt="2025-12-02T18:53:19.413" v="156"/>
          <ac:spMkLst>
            <pc:docMk/>
            <pc:sldMk cId="1806467690" sldId="266"/>
            <ac:spMk id="2" creationId="{29781188-1116-3471-F51F-A39637015B25}"/>
          </ac:spMkLst>
        </pc:spChg>
        <pc:spChg chg="del mod">
          <ac:chgData name="Jonas-Paul Thiel" userId="0bed25df3b3419d1" providerId="Windows Live" clId="Web-{32ACF13E-4CA0-4D78-ACD4-E80EA2D1682F}" dt="2025-12-02T18:54:48.841" v="178"/>
          <ac:spMkLst>
            <pc:docMk/>
            <pc:sldMk cId="1806467690" sldId="266"/>
            <ac:spMk id="3" creationId="{59097BAB-71B6-3B5E-DB93-4010A67613E9}"/>
          </ac:spMkLst>
        </pc:spChg>
        <pc:spChg chg="add">
          <ac:chgData name="Jonas-Paul Thiel" userId="0bed25df3b3419d1" providerId="Windows Live" clId="Web-{32ACF13E-4CA0-4D78-ACD4-E80EA2D1682F}" dt="2025-12-02T18:53:19.413" v="156"/>
          <ac:spMkLst>
            <pc:docMk/>
            <pc:sldMk cId="1806467690" sldId="266"/>
            <ac:spMk id="8" creationId="{B6CDA21F-E7AF-4C75-8395-33F58D5B0E45}"/>
          </ac:spMkLst>
        </pc:spChg>
        <pc:spChg chg="add">
          <ac:chgData name="Jonas-Paul Thiel" userId="0bed25df3b3419d1" providerId="Windows Live" clId="Web-{32ACF13E-4CA0-4D78-ACD4-E80EA2D1682F}" dt="2025-12-02T18:53:19.413" v="156"/>
          <ac:spMkLst>
            <pc:docMk/>
            <pc:sldMk cId="1806467690" sldId="266"/>
            <ac:spMk id="15" creationId="{D5B0017B-2ECA-49AF-B397-DC140825DF8D}"/>
          </ac:spMkLst>
        </pc:spChg>
        <pc:grpChg chg="add">
          <ac:chgData name="Jonas-Paul Thiel" userId="0bed25df3b3419d1" providerId="Windows Live" clId="Web-{32ACF13E-4CA0-4D78-ACD4-E80EA2D1682F}" dt="2025-12-02T18:53:19.413" v="156"/>
          <ac:grpSpMkLst>
            <pc:docMk/>
            <pc:sldMk cId="1806467690" sldId="266"/>
            <ac:grpSpMk id="10" creationId="{AE1C45F0-260A-458C-96ED-C1F6D2151219}"/>
          </ac:grpSpMkLst>
        </pc:grpChg>
        <pc:graphicFrameChg chg="add mod modGraphic">
          <ac:chgData name="Jonas-Paul Thiel" userId="0bed25df3b3419d1" providerId="Windows Live" clId="Web-{32ACF13E-4CA0-4D78-ACD4-E80EA2D1682F}" dt="2025-12-02T18:54:59.843" v="181" actId="1076"/>
          <ac:graphicFrameMkLst>
            <pc:docMk/>
            <pc:sldMk cId="1806467690" sldId="266"/>
            <ac:graphicFrameMk id="4" creationId="{6FDD3D79-5764-90C8-0A45-8A741FD9613F}"/>
          </ac:graphicFrameMkLst>
        </pc:graphicFrameChg>
        <pc:cxnChg chg="add">
          <ac:chgData name="Jonas-Paul Thiel" userId="0bed25df3b3419d1" providerId="Windows Live" clId="Web-{32ACF13E-4CA0-4D78-ACD4-E80EA2D1682F}" dt="2025-12-02T18:53:19.413" v="156"/>
          <ac:cxnSpMkLst>
            <pc:docMk/>
            <pc:sldMk cId="1806467690" sldId="266"/>
            <ac:cxnSpMk id="17" creationId="{6CF1BAF6-AD41-4082-B212-8A1F9A2E8779}"/>
          </ac:cxnSpMkLst>
        </pc:cxnChg>
      </pc:sldChg>
      <pc:sldChg chg="modSp">
        <pc:chgData name="Jonas-Paul Thiel" userId="0bed25df3b3419d1" providerId="Windows Live" clId="Web-{32ACF13E-4CA0-4D78-ACD4-E80EA2D1682F}" dt="2025-12-02T18:43:24.683" v="52"/>
        <pc:sldMkLst>
          <pc:docMk/>
          <pc:sldMk cId="1089766652" sldId="267"/>
        </pc:sldMkLst>
        <pc:spChg chg="mod">
          <ac:chgData name="Jonas-Paul Thiel" userId="0bed25df3b3419d1" providerId="Windows Live" clId="Web-{32ACF13E-4CA0-4D78-ACD4-E80EA2D1682F}" dt="2025-12-02T18:43:24.683" v="52"/>
          <ac:spMkLst>
            <pc:docMk/>
            <pc:sldMk cId="1089766652" sldId="267"/>
            <ac:spMk id="3" creationId="{23117A06-8427-B580-DBEF-6B2F233A0252}"/>
          </ac:spMkLst>
        </pc:spChg>
      </pc:sldChg>
      <pc:sldChg chg="modSp">
        <pc:chgData name="Jonas-Paul Thiel" userId="0bed25df3b3419d1" providerId="Windows Live" clId="Web-{32ACF13E-4CA0-4D78-ACD4-E80EA2D1682F}" dt="2025-12-02T18:45:26.800" v="86"/>
        <pc:sldMkLst>
          <pc:docMk/>
          <pc:sldMk cId="3866408991" sldId="268"/>
        </pc:sldMkLst>
        <pc:spChg chg="mod">
          <ac:chgData name="Jonas-Paul Thiel" userId="0bed25df3b3419d1" providerId="Windows Live" clId="Web-{32ACF13E-4CA0-4D78-ACD4-E80EA2D1682F}" dt="2025-12-02T18:45:26.800" v="86"/>
          <ac:spMkLst>
            <pc:docMk/>
            <pc:sldMk cId="3866408991" sldId="268"/>
            <ac:spMk id="3" creationId="{E75344D0-6D39-EEC4-EF52-5F131BFFD6CC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B8F368-0DC2-4015-8487-DE1714D19BA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D3B33A-38BE-4CCB-A187-93395A184378}">
      <dgm:prSet/>
      <dgm:spPr/>
      <dgm:t>
        <a:bodyPr/>
        <a:lstStyle/>
        <a:p>
          <a:r>
            <a:rPr lang="de-DE"/>
            <a:t>73 % aller Unternehmen nutzen DMZ-Architekturen</a:t>
          </a:r>
          <a:endParaRPr lang="en-US"/>
        </a:p>
      </dgm:t>
    </dgm:pt>
    <dgm:pt modelId="{C9609EF0-8513-4423-A4DF-D19CE799D553}" type="parTrans" cxnId="{F338CFB1-AD9C-4C5E-9A60-8A92554BB817}">
      <dgm:prSet/>
      <dgm:spPr/>
      <dgm:t>
        <a:bodyPr/>
        <a:lstStyle/>
        <a:p>
          <a:endParaRPr lang="en-US"/>
        </a:p>
      </dgm:t>
    </dgm:pt>
    <dgm:pt modelId="{9F388CB0-B303-4BE8-98BD-9D7951EE18DF}" type="sibTrans" cxnId="{F338CFB1-AD9C-4C5E-9A60-8A92554BB817}">
      <dgm:prSet/>
      <dgm:spPr/>
      <dgm:t>
        <a:bodyPr/>
        <a:lstStyle/>
        <a:p>
          <a:endParaRPr lang="en-US"/>
        </a:p>
      </dgm:t>
    </dgm:pt>
    <dgm:pt modelId="{D5968006-1FB8-4A40-AEE9-BA7F79CD4C07}">
      <dgm:prSet/>
      <dgm:spPr/>
      <dgm:t>
        <a:bodyPr/>
        <a:lstStyle/>
        <a:p>
          <a:r>
            <a:rPr lang="de-DE"/>
            <a:t>Öffentliche Dienste sind 24/7 Angriffen ausgesetzt</a:t>
          </a:r>
          <a:endParaRPr lang="en-US"/>
        </a:p>
      </dgm:t>
    </dgm:pt>
    <dgm:pt modelId="{736DABCA-9999-4061-9411-1C0B75277312}" type="parTrans" cxnId="{6B06AB6C-EEA6-47AE-B0AC-A3C2C1E29F11}">
      <dgm:prSet/>
      <dgm:spPr/>
      <dgm:t>
        <a:bodyPr/>
        <a:lstStyle/>
        <a:p>
          <a:endParaRPr lang="en-US"/>
        </a:p>
      </dgm:t>
    </dgm:pt>
    <dgm:pt modelId="{0F5AE909-EDE1-4AED-8737-82CD72FDFFE2}" type="sibTrans" cxnId="{6B06AB6C-EEA6-47AE-B0AC-A3C2C1E29F11}">
      <dgm:prSet/>
      <dgm:spPr/>
      <dgm:t>
        <a:bodyPr/>
        <a:lstStyle/>
        <a:p>
          <a:endParaRPr lang="en-US"/>
        </a:p>
      </dgm:t>
    </dgm:pt>
    <dgm:pt modelId="{7CCC6DF6-C255-4E4E-A726-F219149C4FB8}">
      <dgm:prSet/>
      <dgm:spPr/>
      <dgm:t>
        <a:bodyPr/>
        <a:lstStyle/>
        <a:p>
          <a:r>
            <a:rPr lang="de-DE"/>
            <a:t>Traditonelle Firewall ist unzureichend</a:t>
          </a:r>
          <a:endParaRPr lang="en-US"/>
        </a:p>
      </dgm:t>
    </dgm:pt>
    <dgm:pt modelId="{6A39F648-CD59-4089-935E-24E34B1FCE60}" type="parTrans" cxnId="{02B78CA7-750F-4D35-856D-0D4CC632D386}">
      <dgm:prSet/>
      <dgm:spPr/>
      <dgm:t>
        <a:bodyPr/>
        <a:lstStyle/>
        <a:p>
          <a:endParaRPr lang="en-US"/>
        </a:p>
      </dgm:t>
    </dgm:pt>
    <dgm:pt modelId="{CCCD7D9A-0CC7-4092-B490-159F6CF7377D}" type="sibTrans" cxnId="{02B78CA7-750F-4D35-856D-0D4CC632D386}">
      <dgm:prSet/>
      <dgm:spPr/>
      <dgm:t>
        <a:bodyPr/>
        <a:lstStyle/>
        <a:p>
          <a:endParaRPr lang="en-US"/>
        </a:p>
      </dgm:t>
    </dgm:pt>
    <dgm:pt modelId="{FEDE4BC0-7612-47E5-99A1-4ADEBAC6F75F}" type="pres">
      <dgm:prSet presAssocID="{34B8F368-0DC2-4015-8487-DE1714D19BA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3ECBAC-9214-4B25-9259-6AD9E81C587A}" type="pres">
      <dgm:prSet presAssocID="{8ED3B33A-38BE-4CCB-A187-93395A184378}" presName="hierRoot1" presStyleCnt="0"/>
      <dgm:spPr/>
    </dgm:pt>
    <dgm:pt modelId="{BA24DA73-46A2-4B84-8742-E0141A4F25A2}" type="pres">
      <dgm:prSet presAssocID="{8ED3B33A-38BE-4CCB-A187-93395A184378}" presName="composite" presStyleCnt="0"/>
      <dgm:spPr/>
    </dgm:pt>
    <dgm:pt modelId="{6DB2B660-3740-4441-A1AE-578231294B2F}" type="pres">
      <dgm:prSet presAssocID="{8ED3B33A-38BE-4CCB-A187-93395A184378}" presName="background" presStyleLbl="node0" presStyleIdx="0" presStyleCnt="3"/>
      <dgm:spPr/>
    </dgm:pt>
    <dgm:pt modelId="{28CBF200-1513-49F1-984E-5992590825D9}" type="pres">
      <dgm:prSet presAssocID="{8ED3B33A-38BE-4CCB-A187-93395A184378}" presName="text" presStyleLbl="fgAcc0" presStyleIdx="0" presStyleCnt="3">
        <dgm:presLayoutVars>
          <dgm:chPref val="3"/>
        </dgm:presLayoutVars>
      </dgm:prSet>
      <dgm:spPr/>
    </dgm:pt>
    <dgm:pt modelId="{1FF4BEC4-5E41-4844-BD69-98A6CC3F8AA9}" type="pres">
      <dgm:prSet presAssocID="{8ED3B33A-38BE-4CCB-A187-93395A184378}" presName="hierChild2" presStyleCnt="0"/>
      <dgm:spPr/>
    </dgm:pt>
    <dgm:pt modelId="{1E3684C7-0A8D-456A-B2BE-FE234E73F337}" type="pres">
      <dgm:prSet presAssocID="{D5968006-1FB8-4A40-AEE9-BA7F79CD4C07}" presName="hierRoot1" presStyleCnt="0"/>
      <dgm:spPr/>
    </dgm:pt>
    <dgm:pt modelId="{BAA9635F-D86D-4C45-848E-F012A9768A02}" type="pres">
      <dgm:prSet presAssocID="{D5968006-1FB8-4A40-AEE9-BA7F79CD4C07}" presName="composite" presStyleCnt="0"/>
      <dgm:spPr/>
    </dgm:pt>
    <dgm:pt modelId="{0502D026-4508-4DBA-8F77-FC9F0355404B}" type="pres">
      <dgm:prSet presAssocID="{D5968006-1FB8-4A40-AEE9-BA7F79CD4C07}" presName="background" presStyleLbl="node0" presStyleIdx="1" presStyleCnt="3"/>
      <dgm:spPr/>
    </dgm:pt>
    <dgm:pt modelId="{62EFF797-7958-452A-A4D3-7916DEFFF6BD}" type="pres">
      <dgm:prSet presAssocID="{D5968006-1FB8-4A40-AEE9-BA7F79CD4C07}" presName="text" presStyleLbl="fgAcc0" presStyleIdx="1" presStyleCnt="3">
        <dgm:presLayoutVars>
          <dgm:chPref val="3"/>
        </dgm:presLayoutVars>
      </dgm:prSet>
      <dgm:spPr/>
    </dgm:pt>
    <dgm:pt modelId="{E02C02BA-D62A-40DC-BF63-EAAE624B7DB5}" type="pres">
      <dgm:prSet presAssocID="{D5968006-1FB8-4A40-AEE9-BA7F79CD4C07}" presName="hierChild2" presStyleCnt="0"/>
      <dgm:spPr/>
    </dgm:pt>
    <dgm:pt modelId="{9C61D84E-BBE0-44F7-9950-424771EA7DE5}" type="pres">
      <dgm:prSet presAssocID="{7CCC6DF6-C255-4E4E-A726-F219149C4FB8}" presName="hierRoot1" presStyleCnt="0"/>
      <dgm:spPr/>
    </dgm:pt>
    <dgm:pt modelId="{A4C78ADE-AB6E-4D39-A89B-B795520FC8F8}" type="pres">
      <dgm:prSet presAssocID="{7CCC6DF6-C255-4E4E-A726-F219149C4FB8}" presName="composite" presStyleCnt="0"/>
      <dgm:spPr/>
    </dgm:pt>
    <dgm:pt modelId="{B9F43851-8A1D-4101-9175-034339C2666A}" type="pres">
      <dgm:prSet presAssocID="{7CCC6DF6-C255-4E4E-A726-F219149C4FB8}" presName="background" presStyleLbl="node0" presStyleIdx="2" presStyleCnt="3"/>
      <dgm:spPr/>
    </dgm:pt>
    <dgm:pt modelId="{7850D335-81F7-440D-AF63-58610DEC6839}" type="pres">
      <dgm:prSet presAssocID="{7CCC6DF6-C255-4E4E-A726-F219149C4FB8}" presName="text" presStyleLbl="fgAcc0" presStyleIdx="2" presStyleCnt="3">
        <dgm:presLayoutVars>
          <dgm:chPref val="3"/>
        </dgm:presLayoutVars>
      </dgm:prSet>
      <dgm:spPr/>
    </dgm:pt>
    <dgm:pt modelId="{89F094B4-2B61-40FC-BED9-44BA106E33CF}" type="pres">
      <dgm:prSet presAssocID="{7CCC6DF6-C255-4E4E-A726-F219149C4FB8}" presName="hierChild2" presStyleCnt="0"/>
      <dgm:spPr/>
    </dgm:pt>
  </dgm:ptLst>
  <dgm:cxnLst>
    <dgm:cxn modelId="{99A8795C-4C09-4CAE-BA58-F969BCACEB34}" type="presOf" srcId="{7CCC6DF6-C255-4E4E-A726-F219149C4FB8}" destId="{7850D335-81F7-440D-AF63-58610DEC6839}" srcOrd="0" destOrd="0" presId="urn:microsoft.com/office/officeart/2005/8/layout/hierarchy1"/>
    <dgm:cxn modelId="{6B06AB6C-EEA6-47AE-B0AC-A3C2C1E29F11}" srcId="{34B8F368-0DC2-4015-8487-DE1714D19BA5}" destId="{D5968006-1FB8-4A40-AEE9-BA7F79CD4C07}" srcOrd="1" destOrd="0" parTransId="{736DABCA-9999-4061-9411-1C0B75277312}" sibTransId="{0F5AE909-EDE1-4AED-8737-82CD72FDFFE2}"/>
    <dgm:cxn modelId="{2BC22086-0B71-4A51-A837-084A704C54BF}" type="presOf" srcId="{D5968006-1FB8-4A40-AEE9-BA7F79CD4C07}" destId="{62EFF797-7958-452A-A4D3-7916DEFFF6BD}" srcOrd="0" destOrd="0" presId="urn:microsoft.com/office/officeart/2005/8/layout/hierarchy1"/>
    <dgm:cxn modelId="{7C61BC93-E38E-4E66-92EC-330DC8683E6F}" type="presOf" srcId="{8ED3B33A-38BE-4CCB-A187-93395A184378}" destId="{28CBF200-1513-49F1-984E-5992590825D9}" srcOrd="0" destOrd="0" presId="urn:microsoft.com/office/officeart/2005/8/layout/hierarchy1"/>
    <dgm:cxn modelId="{02B78CA7-750F-4D35-856D-0D4CC632D386}" srcId="{34B8F368-0DC2-4015-8487-DE1714D19BA5}" destId="{7CCC6DF6-C255-4E4E-A726-F219149C4FB8}" srcOrd="2" destOrd="0" parTransId="{6A39F648-CD59-4089-935E-24E34B1FCE60}" sibTransId="{CCCD7D9A-0CC7-4092-B490-159F6CF7377D}"/>
    <dgm:cxn modelId="{F338CFB1-AD9C-4C5E-9A60-8A92554BB817}" srcId="{34B8F368-0DC2-4015-8487-DE1714D19BA5}" destId="{8ED3B33A-38BE-4CCB-A187-93395A184378}" srcOrd="0" destOrd="0" parTransId="{C9609EF0-8513-4423-A4DF-D19CE799D553}" sibTransId="{9F388CB0-B303-4BE8-98BD-9D7951EE18DF}"/>
    <dgm:cxn modelId="{0F4C85DC-D0B4-4FEF-8259-8C5EB1937D67}" type="presOf" srcId="{34B8F368-0DC2-4015-8487-DE1714D19BA5}" destId="{FEDE4BC0-7612-47E5-99A1-4ADEBAC6F75F}" srcOrd="0" destOrd="0" presId="urn:microsoft.com/office/officeart/2005/8/layout/hierarchy1"/>
    <dgm:cxn modelId="{E9B658D8-6DE5-47F9-98CD-D3EA708499C1}" type="presParOf" srcId="{FEDE4BC0-7612-47E5-99A1-4ADEBAC6F75F}" destId="{653ECBAC-9214-4B25-9259-6AD9E81C587A}" srcOrd="0" destOrd="0" presId="urn:microsoft.com/office/officeart/2005/8/layout/hierarchy1"/>
    <dgm:cxn modelId="{3E741406-C163-4A4D-920D-017D3C68A28C}" type="presParOf" srcId="{653ECBAC-9214-4B25-9259-6AD9E81C587A}" destId="{BA24DA73-46A2-4B84-8742-E0141A4F25A2}" srcOrd="0" destOrd="0" presId="urn:microsoft.com/office/officeart/2005/8/layout/hierarchy1"/>
    <dgm:cxn modelId="{D17BDB33-2A76-486D-89E7-11765ADE8003}" type="presParOf" srcId="{BA24DA73-46A2-4B84-8742-E0141A4F25A2}" destId="{6DB2B660-3740-4441-A1AE-578231294B2F}" srcOrd="0" destOrd="0" presId="urn:microsoft.com/office/officeart/2005/8/layout/hierarchy1"/>
    <dgm:cxn modelId="{DD7E4D97-4EDE-4040-9301-75422E1BF539}" type="presParOf" srcId="{BA24DA73-46A2-4B84-8742-E0141A4F25A2}" destId="{28CBF200-1513-49F1-984E-5992590825D9}" srcOrd="1" destOrd="0" presId="urn:microsoft.com/office/officeart/2005/8/layout/hierarchy1"/>
    <dgm:cxn modelId="{CDEC4F8B-E726-4F2F-994E-5B844B4EBC04}" type="presParOf" srcId="{653ECBAC-9214-4B25-9259-6AD9E81C587A}" destId="{1FF4BEC4-5E41-4844-BD69-98A6CC3F8AA9}" srcOrd="1" destOrd="0" presId="urn:microsoft.com/office/officeart/2005/8/layout/hierarchy1"/>
    <dgm:cxn modelId="{810D9073-99BA-430B-82D1-CC891A3B8F72}" type="presParOf" srcId="{FEDE4BC0-7612-47E5-99A1-4ADEBAC6F75F}" destId="{1E3684C7-0A8D-456A-B2BE-FE234E73F337}" srcOrd="1" destOrd="0" presId="urn:microsoft.com/office/officeart/2005/8/layout/hierarchy1"/>
    <dgm:cxn modelId="{C1A99CD5-61EE-4CEB-A03E-B39CD86C0514}" type="presParOf" srcId="{1E3684C7-0A8D-456A-B2BE-FE234E73F337}" destId="{BAA9635F-D86D-4C45-848E-F012A9768A02}" srcOrd="0" destOrd="0" presId="urn:microsoft.com/office/officeart/2005/8/layout/hierarchy1"/>
    <dgm:cxn modelId="{9EEE22EA-48FF-44A5-A035-07B3065E6DE9}" type="presParOf" srcId="{BAA9635F-D86D-4C45-848E-F012A9768A02}" destId="{0502D026-4508-4DBA-8F77-FC9F0355404B}" srcOrd="0" destOrd="0" presId="urn:microsoft.com/office/officeart/2005/8/layout/hierarchy1"/>
    <dgm:cxn modelId="{8BB262AF-8108-49E0-8291-3C62DF8C23DD}" type="presParOf" srcId="{BAA9635F-D86D-4C45-848E-F012A9768A02}" destId="{62EFF797-7958-452A-A4D3-7916DEFFF6BD}" srcOrd="1" destOrd="0" presId="urn:microsoft.com/office/officeart/2005/8/layout/hierarchy1"/>
    <dgm:cxn modelId="{A2E91A3A-F793-4BEF-A023-4D1C1EE9DF76}" type="presParOf" srcId="{1E3684C7-0A8D-456A-B2BE-FE234E73F337}" destId="{E02C02BA-D62A-40DC-BF63-EAAE624B7DB5}" srcOrd="1" destOrd="0" presId="urn:microsoft.com/office/officeart/2005/8/layout/hierarchy1"/>
    <dgm:cxn modelId="{4BD3FC70-FB39-481B-AF36-F823233F587F}" type="presParOf" srcId="{FEDE4BC0-7612-47E5-99A1-4ADEBAC6F75F}" destId="{9C61D84E-BBE0-44F7-9950-424771EA7DE5}" srcOrd="2" destOrd="0" presId="urn:microsoft.com/office/officeart/2005/8/layout/hierarchy1"/>
    <dgm:cxn modelId="{5020B644-7A21-42E2-995C-5A3ACB7A372D}" type="presParOf" srcId="{9C61D84E-BBE0-44F7-9950-424771EA7DE5}" destId="{A4C78ADE-AB6E-4D39-A89B-B795520FC8F8}" srcOrd="0" destOrd="0" presId="urn:microsoft.com/office/officeart/2005/8/layout/hierarchy1"/>
    <dgm:cxn modelId="{1D5FB532-C30E-4E2B-8A4B-97050CC73503}" type="presParOf" srcId="{A4C78ADE-AB6E-4D39-A89B-B795520FC8F8}" destId="{B9F43851-8A1D-4101-9175-034339C2666A}" srcOrd="0" destOrd="0" presId="urn:microsoft.com/office/officeart/2005/8/layout/hierarchy1"/>
    <dgm:cxn modelId="{206DFA32-839E-4C27-BAD9-8636C61D772D}" type="presParOf" srcId="{A4C78ADE-AB6E-4D39-A89B-B795520FC8F8}" destId="{7850D335-81F7-440D-AF63-58610DEC6839}" srcOrd="1" destOrd="0" presId="urn:microsoft.com/office/officeart/2005/8/layout/hierarchy1"/>
    <dgm:cxn modelId="{2CBF1A9A-E410-41DF-A5DB-DF86350622CF}" type="presParOf" srcId="{9C61D84E-BBE0-44F7-9950-424771EA7DE5}" destId="{89F094B4-2B61-40FC-BED9-44BA106E33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486F94-F7CE-427D-B9C7-AF48EC4FA7C3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82F4C0-5335-4A59-AA31-D5799C352EBA}">
      <dgm:prSet/>
      <dgm:spPr/>
      <dgm:t>
        <a:bodyPr/>
        <a:lstStyle/>
        <a:p>
          <a:r>
            <a:rPr lang="en-US"/>
            <a:t>Technologie-Stack:</a:t>
          </a:r>
        </a:p>
      </dgm:t>
    </dgm:pt>
    <dgm:pt modelId="{E5F04B97-1261-4B7E-90A0-E908C2EE15AF}" type="parTrans" cxnId="{E40A2A6F-941D-479A-B7D8-16D529628812}">
      <dgm:prSet/>
      <dgm:spPr/>
      <dgm:t>
        <a:bodyPr/>
        <a:lstStyle/>
        <a:p>
          <a:endParaRPr lang="en-US"/>
        </a:p>
      </dgm:t>
    </dgm:pt>
    <dgm:pt modelId="{F76241C3-35AB-4E78-B38B-FB3E71F2A18A}" type="sibTrans" cxnId="{E40A2A6F-941D-479A-B7D8-16D529628812}">
      <dgm:prSet/>
      <dgm:spPr/>
      <dgm:t>
        <a:bodyPr/>
        <a:lstStyle/>
        <a:p>
          <a:endParaRPr lang="en-US"/>
        </a:p>
      </dgm:t>
    </dgm:pt>
    <dgm:pt modelId="{7EE38AB0-A740-446C-BD06-2480AE425438}">
      <dgm:prSet/>
      <dgm:spPr/>
      <dgm:t>
        <a:bodyPr/>
        <a:lstStyle/>
        <a:p>
          <a:r>
            <a:rPr lang="en-US"/>
            <a:t>Containerlab (Network Emulation)</a:t>
          </a:r>
        </a:p>
      </dgm:t>
    </dgm:pt>
    <dgm:pt modelId="{62897D12-6A80-4CC7-8492-332CF3CA688F}" type="parTrans" cxnId="{D0B34906-8C2F-41FC-868B-57B43A6EC519}">
      <dgm:prSet/>
      <dgm:spPr/>
      <dgm:t>
        <a:bodyPr/>
        <a:lstStyle/>
        <a:p>
          <a:endParaRPr lang="en-US"/>
        </a:p>
      </dgm:t>
    </dgm:pt>
    <dgm:pt modelId="{AC6F0C53-F8BD-49B3-97F9-A1E90F344648}" type="sibTrans" cxnId="{D0B34906-8C2F-41FC-868B-57B43A6EC519}">
      <dgm:prSet/>
      <dgm:spPr/>
      <dgm:t>
        <a:bodyPr/>
        <a:lstStyle/>
        <a:p>
          <a:endParaRPr lang="en-US"/>
        </a:p>
      </dgm:t>
    </dgm:pt>
    <dgm:pt modelId="{D7233E80-7151-4758-9978-92806961DFDB}">
      <dgm:prSet/>
      <dgm:spPr/>
      <dgm:t>
        <a:bodyPr/>
        <a:lstStyle/>
        <a:p>
          <a:r>
            <a:rPr lang="en-US"/>
            <a:t>Wazuh SIEM</a:t>
          </a:r>
        </a:p>
      </dgm:t>
    </dgm:pt>
    <dgm:pt modelId="{9A258445-4E24-4206-B448-CDBC3B2B7D5D}" type="parTrans" cxnId="{64F8765A-E8DC-467A-90D7-826DF39F7ADE}">
      <dgm:prSet/>
      <dgm:spPr/>
      <dgm:t>
        <a:bodyPr/>
        <a:lstStyle/>
        <a:p>
          <a:endParaRPr lang="en-US"/>
        </a:p>
      </dgm:t>
    </dgm:pt>
    <dgm:pt modelId="{A2EBE69A-27BE-475F-B232-C4557D0813E4}" type="sibTrans" cxnId="{64F8765A-E8DC-467A-90D7-826DF39F7ADE}">
      <dgm:prSet/>
      <dgm:spPr/>
      <dgm:t>
        <a:bodyPr/>
        <a:lstStyle/>
        <a:p>
          <a:endParaRPr lang="en-US"/>
        </a:p>
      </dgm:t>
    </dgm:pt>
    <dgm:pt modelId="{BC338DB3-CDF9-4534-B69F-19C4938D39FA}">
      <dgm:prSet/>
      <dgm:spPr/>
      <dgm:t>
        <a:bodyPr/>
        <a:lstStyle/>
        <a:p>
          <a:r>
            <a:rPr lang="en-US"/>
            <a:t>Suricata IDS</a:t>
          </a:r>
        </a:p>
      </dgm:t>
    </dgm:pt>
    <dgm:pt modelId="{8B05D363-853A-49D7-B154-FB1D43CBE443}" type="parTrans" cxnId="{739DA29A-4DD5-4C18-B653-178CD72B77A9}">
      <dgm:prSet/>
      <dgm:spPr/>
      <dgm:t>
        <a:bodyPr/>
        <a:lstStyle/>
        <a:p>
          <a:endParaRPr lang="en-US"/>
        </a:p>
      </dgm:t>
    </dgm:pt>
    <dgm:pt modelId="{4F79EDEE-EED8-46FB-B129-5F21CE198896}" type="sibTrans" cxnId="{739DA29A-4DD5-4C18-B653-178CD72B77A9}">
      <dgm:prSet/>
      <dgm:spPr/>
      <dgm:t>
        <a:bodyPr/>
        <a:lstStyle/>
        <a:p>
          <a:endParaRPr lang="en-US"/>
        </a:p>
      </dgm:t>
    </dgm:pt>
    <dgm:pt modelId="{6EAC1387-F1DF-4CEA-9E8F-23206F2DAF20}">
      <dgm:prSet/>
      <dgm:spPr/>
      <dgm:t>
        <a:bodyPr/>
        <a:lstStyle/>
        <a:p>
          <a:r>
            <a:rPr lang="en-US"/>
            <a:t>ModSecurity WAF</a:t>
          </a:r>
        </a:p>
      </dgm:t>
    </dgm:pt>
    <dgm:pt modelId="{7A624E34-F8F3-4D7F-B77F-B2DE96F53A66}" type="parTrans" cxnId="{0E50BF21-A8A6-4B7E-AE28-318FA96C0857}">
      <dgm:prSet/>
      <dgm:spPr/>
      <dgm:t>
        <a:bodyPr/>
        <a:lstStyle/>
        <a:p>
          <a:endParaRPr lang="en-US"/>
        </a:p>
      </dgm:t>
    </dgm:pt>
    <dgm:pt modelId="{CAF1CD58-41F2-4529-8324-88335FBF12F4}" type="sibTrans" cxnId="{0E50BF21-A8A6-4B7E-AE28-318FA96C0857}">
      <dgm:prSet/>
      <dgm:spPr/>
      <dgm:t>
        <a:bodyPr/>
        <a:lstStyle/>
        <a:p>
          <a:endParaRPr lang="en-US"/>
        </a:p>
      </dgm:t>
    </dgm:pt>
    <dgm:pt modelId="{BBA24971-4521-4204-8826-7BE1C61FD351}" type="pres">
      <dgm:prSet presAssocID="{C9486F94-F7CE-427D-B9C7-AF48EC4FA7C3}" presName="compositeShape" presStyleCnt="0">
        <dgm:presLayoutVars>
          <dgm:chMax val="7"/>
          <dgm:dir/>
          <dgm:resizeHandles val="exact"/>
        </dgm:presLayoutVars>
      </dgm:prSet>
      <dgm:spPr/>
    </dgm:pt>
    <dgm:pt modelId="{92246490-62FB-4D4D-ADDD-10583ADDC133}" type="pres">
      <dgm:prSet presAssocID="{C9486F94-F7CE-427D-B9C7-AF48EC4FA7C3}" presName="wedge1" presStyleLbl="node1" presStyleIdx="0" presStyleCnt="5"/>
      <dgm:spPr/>
    </dgm:pt>
    <dgm:pt modelId="{CCCFD98A-52B8-491A-854E-D4B67BE0EB1A}" type="pres">
      <dgm:prSet presAssocID="{C9486F94-F7CE-427D-B9C7-AF48EC4FA7C3}" presName="dummy1a" presStyleCnt="0"/>
      <dgm:spPr/>
    </dgm:pt>
    <dgm:pt modelId="{BE9DC0A7-EDA9-47FF-ADF8-0CDFCD9D80AD}" type="pres">
      <dgm:prSet presAssocID="{C9486F94-F7CE-427D-B9C7-AF48EC4FA7C3}" presName="dummy1b" presStyleCnt="0"/>
      <dgm:spPr/>
    </dgm:pt>
    <dgm:pt modelId="{2AE5907A-3B72-4C08-BA81-1EC65CD9E388}" type="pres">
      <dgm:prSet presAssocID="{C9486F94-F7CE-427D-B9C7-AF48EC4FA7C3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EB52387-F8B5-46E1-ACEE-BF8D6CCE7E62}" type="pres">
      <dgm:prSet presAssocID="{C9486F94-F7CE-427D-B9C7-AF48EC4FA7C3}" presName="wedge2" presStyleLbl="node1" presStyleIdx="1" presStyleCnt="5"/>
      <dgm:spPr/>
    </dgm:pt>
    <dgm:pt modelId="{4E62B2CD-E331-4D7B-B4FA-1C4C97EA3C1B}" type="pres">
      <dgm:prSet presAssocID="{C9486F94-F7CE-427D-B9C7-AF48EC4FA7C3}" presName="dummy2a" presStyleCnt="0"/>
      <dgm:spPr/>
    </dgm:pt>
    <dgm:pt modelId="{A5E5CD68-EC1A-4F0A-876E-A23A6C50017D}" type="pres">
      <dgm:prSet presAssocID="{C9486F94-F7CE-427D-B9C7-AF48EC4FA7C3}" presName="dummy2b" presStyleCnt="0"/>
      <dgm:spPr/>
    </dgm:pt>
    <dgm:pt modelId="{10FAD1E7-56A3-476A-AD67-07CC46D5BDC8}" type="pres">
      <dgm:prSet presAssocID="{C9486F94-F7CE-427D-B9C7-AF48EC4FA7C3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EDC1094-88C6-4165-9919-4DC4FCC4C49A}" type="pres">
      <dgm:prSet presAssocID="{C9486F94-F7CE-427D-B9C7-AF48EC4FA7C3}" presName="wedge3" presStyleLbl="node1" presStyleIdx="2" presStyleCnt="5"/>
      <dgm:spPr/>
    </dgm:pt>
    <dgm:pt modelId="{604A7A38-D47E-45FD-A6D5-3DADB7D83C9A}" type="pres">
      <dgm:prSet presAssocID="{C9486F94-F7CE-427D-B9C7-AF48EC4FA7C3}" presName="dummy3a" presStyleCnt="0"/>
      <dgm:spPr/>
    </dgm:pt>
    <dgm:pt modelId="{9A754ACF-C1C9-422D-8592-84B09D4A1BC0}" type="pres">
      <dgm:prSet presAssocID="{C9486F94-F7CE-427D-B9C7-AF48EC4FA7C3}" presName="dummy3b" presStyleCnt="0"/>
      <dgm:spPr/>
    </dgm:pt>
    <dgm:pt modelId="{3A1C957B-CB72-43F6-B289-88DAC3A53B7A}" type="pres">
      <dgm:prSet presAssocID="{C9486F94-F7CE-427D-B9C7-AF48EC4FA7C3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F6F1C4C-3A84-44DA-8A7B-517A433491A2}" type="pres">
      <dgm:prSet presAssocID="{C9486F94-F7CE-427D-B9C7-AF48EC4FA7C3}" presName="wedge4" presStyleLbl="node1" presStyleIdx="3" presStyleCnt="5"/>
      <dgm:spPr/>
    </dgm:pt>
    <dgm:pt modelId="{0B3545D6-D8F8-4112-A580-0CD25BEACBF8}" type="pres">
      <dgm:prSet presAssocID="{C9486F94-F7CE-427D-B9C7-AF48EC4FA7C3}" presName="dummy4a" presStyleCnt="0"/>
      <dgm:spPr/>
    </dgm:pt>
    <dgm:pt modelId="{B01634FC-A93D-473C-AC53-33E26E0DF0EF}" type="pres">
      <dgm:prSet presAssocID="{C9486F94-F7CE-427D-B9C7-AF48EC4FA7C3}" presName="dummy4b" presStyleCnt="0"/>
      <dgm:spPr/>
    </dgm:pt>
    <dgm:pt modelId="{242923DA-F3D8-4155-BBC1-C22AD2ED1E33}" type="pres">
      <dgm:prSet presAssocID="{C9486F94-F7CE-427D-B9C7-AF48EC4FA7C3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EC2B245-9748-4A84-B8DA-EEA25ED0E3B7}" type="pres">
      <dgm:prSet presAssocID="{C9486F94-F7CE-427D-B9C7-AF48EC4FA7C3}" presName="wedge5" presStyleLbl="node1" presStyleIdx="4" presStyleCnt="5"/>
      <dgm:spPr/>
    </dgm:pt>
    <dgm:pt modelId="{1B978EC9-6D8E-4D6C-9481-1B25073E1BB6}" type="pres">
      <dgm:prSet presAssocID="{C9486F94-F7CE-427D-B9C7-AF48EC4FA7C3}" presName="dummy5a" presStyleCnt="0"/>
      <dgm:spPr/>
    </dgm:pt>
    <dgm:pt modelId="{61B65E15-C9CD-4090-AFB6-981F8B4B7CA6}" type="pres">
      <dgm:prSet presAssocID="{C9486F94-F7CE-427D-B9C7-AF48EC4FA7C3}" presName="dummy5b" presStyleCnt="0"/>
      <dgm:spPr/>
    </dgm:pt>
    <dgm:pt modelId="{04CA4A3E-49B5-4EF7-985F-A9FF16FB7239}" type="pres">
      <dgm:prSet presAssocID="{C9486F94-F7CE-427D-B9C7-AF48EC4FA7C3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F4D82E4E-57BF-4B7F-AE64-990C8A3705D1}" type="pres">
      <dgm:prSet presAssocID="{F76241C3-35AB-4E78-B38B-FB3E71F2A18A}" presName="arrowWedge1" presStyleLbl="fgSibTrans2D1" presStyleIdx="0" presStyleCnt="5"/>
      <dgm:spPr/>
    </dgm:pt>
    <dgm:pt modelId="{75731D01-D4DC-449C-8522-9B4684CA4979}" type="pres">
      <dgm:prSet presAssocID="{AC6F0C53-F8BD-49B3-97F9-A1E90F344648}" presName="arrowWedge2" presStyleLbl="fgSibTrans2D1" presStyleIdx="1" presStyleCnt="5"/>
      <dgm:spPr/>
    </dgm:pt>
    <dgm:pt modelId="{BE2CA3B7-D302-4D17-A766-3139059FD034}" type="pres">
      <dgm:prSet presAssocID="{A2EBE69A-27BE-475F-B232-C4557D0813E4}" presName="arrowWedge3" presStyleLbl="fgSibTrans2D1" presStyleIdx="2" presStyleCnt="5"/>
      <dgm:spPr/>
    </dgm:pt>
    <dgm:pt modelId="{19CA561E-0713-40B5-91E6-D2D6BC65C21C}" type="pres">
      <dgm:prSet presAssocID="{4F79EDEE-EED8-46FB-B129-5F21CE198896}" presName="arrowWedge4" presStyleLbl="fgSibTrans2D1" presStyleIdx="3" presStyleCnt="5"/>
      <dgm:spPr/>
    </dgm:pt>
    <dgm:pt modelId="{25652859-3260-48F2-B067-B8298A3A9FCA}" type="pres">
      <dgm:prSet presAssocID="{CAF1CD58-41F2-4529-8324-88335FBF12F4}" presName="arrowWedge5" presStyleLbl="fgSibTrans2D1" presStyleIdx="4" presStyleCnt="5"/>
      <dgm:spPr/>
    </dgm:pt>
  </dgm:ptLst>
  <dgm:cxnLst>
    <dgm:cxn modelId="{D0B34906-8C2F-41FC-868B-57B43A6EC519}" srcId="{C9486F94-F7CE-427D-B9C7-AF48EC4FA7C3}" destId="{7EE38AB0-A740-446C-BD06-2480AE425438}" srcOrd="1" destOrd="0" parTransId="{62897D12-6A80-4CC7-8492-332CF3CA688F}" sibTransId="{AC6F0C53-F8BD-49B3-97F9-A1E90F344648}"/>
    <dgm:cxn modelId="{0E50BF21-A8A6-4B7E-AE28-318FA96C0857}" srcId="{C9486F94-F7CE-427D-B9C7-AF48EC4FA7C3}" destId="{6EAC1387-F1DF-4CEA-9E8F-23206F2DAF20}" srcOrd="4" destOrd="0" parTransId="{7A624E34-F8F3-4D7F-B77F-B2DE96F53A66}" sibTransId="{CAF1CD58-41F2-4529-8324-88335FBF12F4}"/>
    <dgm:cxn modelId="{2387E433-674D-47F2-8563-BE91618BA105}" type="presOf" srcId="{5A82F4C0-5335-4A59-AA31-D5799C352EBA}" destId="{2AE5907A-3B72-4C08-BA81-1EC65CD9E388}" srcOrd="1" destOrd="0" presId="urn:microsoft.com/office/officeart/2005/8/layout/cycle8"/>
    <dgm:cxn modelId="{78C72361-AD63-4B6A-A458-9DFD22FE7F45}" type="presOf" srcId="{BC338DB3-CDF9-4534-B69F-19C4938D39FA}" destId="{242923DA-F3D8-4155-BBC1-C22AD2ED1E33}" srcOrd="1" destOrd="0" presId="urn:microsoft.com/office/officeart/2005/8/layout/cycle8"/>
    <dgm:cxn modelId="{103DB542-E0F7-46D1-8ED1-0D9F32BDC63D}" type="presOf" srcId="{7EE38AB0-A740-446C-BD06-2480AE425438}" destId="{10FAD1E7-56A3-476A-AD67-07CC46D5BDC8}" srcOrd="1" destOrd="0" presId="urn:microsoft.com/office/officeart/2005/8/layout/cycle8"/>
    <dgm:cxn modelId="{E40A2A6F-941D-479A-B7D8-16D529628812}" srcId="{C9486F94-F7CE-427D-B9C7-AF48EC4FA7C3}" destId="{5A82F4C0-5335-4A59-AA31-D5799C352EBA}" srcOrd="0" destOrd="0" parTransId="{E5F04B97-1261-4B7E-90A0-E908C2EE15AF}" sibTransId="{F76241C3-35AB-4E78-B38B-FB3E71F2A18A}"/>
    <dgm:cxn modelId="{AB7AFF78-AEA7-4955-946E-386031E510EC}" type="presOf" srcId="{D7233E80-7151-4758-9978-92806961DFDB}" destId="{8EDC1094-88C6-4165-9919-4DC4FCC4C49A}" srcOrd="0" destOrd="0" presId="urn:microsoft.com/office/officeart/2005/8/layout/cycle8"/>
    <dgm:cxn modelId="{64F8765A-E8DC-467A-90D7-826DF39F7ADE}" srcId="{C9486F94-F7CE-427D-B9C7-AF48EC4FA7C3}" destId="{D7233E80-7151-4758-9978-92806961DFDB}" srcOrd="2" destOrd="0" parTransId="{9A258445-4E24-4206-B448-CDBC3B2B7D5D}" sibTransId="{A2EBE69A-27BE-475F-B232-C4557D0813E4}"/>
    <dgm:cxn modelId="{3749B38C-CCFA-4048-9028-FDF6F38C6B73}" type="presOf" srcId="{C9486F94-F7CE-427D-B9C7-AF48EC4FA7C3}" destId="{BBA24971-4521-4204-8826-7BE1C61FD351}" srcOrd="0" destOrd="0" presId="urn:microsoft.com/office/officeart/2005/8/layout/cycle8"/>
    <dgm:cxn modelId="{036CBF95-AF5C-4F07-8A0B-904989D001E4}" type="presOf" srcId="{BC338DB3-CDF9-4534-B69F-19C4938D39FA}" destId="{BF6F1C4C-3A84-44DA-8A7B-517A433491A2}" srcOrd="0" destOrd="0" presId="urn:microsoft.com/office/officeart/2005/8/layout/cycle8"/>
    <dgm:cxn modelId="{739DA29A-4DD5-4C18-B653-178CD72B77A9}" srcId="{C9486F94-F7CE-427D-B9C7-AF48EC4FA7C3}" destId="{BC338DB3-CDF9-4534-B69F-19C4938D39FA}" srcOrd="3" destOrd="0" parTransId="{8B05D363-853A-49D7-B154-FB1D43CBE443}" sibTransId="{4F79EDEE-EED8-46FB-B129-5F21CE198896}"/>
    <dgm:cxn modelId="{9423D79E-0D55-4E69-8E13-7520D5A9B356}" type="presOf" srcId="{7EE38AB0-A740-446C-BD06-2480AE425438}" destId="{EEB52387-F8B5-46E1-ACEE-BF8D6CCE7E62}" srcOrd="0" destOrd="0" presId="urn:microsoft.com/office/officeart/2005/8/layout/cycle8"/>
    <dgm:cxn modelId="{11B152A6-AB02-4CC1-A4D3-643F50FFB138}" type="presOf" srcId="{6EAC1387-F1DF-4CEA-9E8F-23206F2DAF20}" destId="{6EC2B245-9748-4A84-B8DA-EEA25ED0E3B7}" srcOrd="0" destOrd="0" presId="urn:microsoft.com/office/officeart/2005/8/layout/cycle8"/>
    <dgm:cxn modelId="{AC4ADDB0-E746-4CC7-A470-EC5FF5B83201}" type="presOf" srcId="{6EAC1387-F1DF-4CEA-9E8F-23206F2DAF20}" destId="{04CA4A3E-49B5-4EF7-985F-A9FF16FB7239}" srcOrd="1" destOrd="0" presId="urn:microsoft.com/office/officeart/2005/8/layout/cycle8"/>
    <dgm:cxn modelId="{049939D5-4E31-4BE7-A8BB-684011CBC0FF}" type="presOf" srcId="{5A82F4C0-5335-4A59-AA31-D5799C352EBA}" destId="{92246490-62FB-4D4D-ADDD-10583ADDC133}" srcOrd="0" destOrd="0" presId="urn:microsoft.com/office/officeart/2005/8/layout/cycle8"/>
    <dgm:cxn modelId="{7C254AF8-1DED-4C00-8C96-289A7C96890C}" type="presOf" srcId="{D7233E80-7151-4758-9978-92806961DFDB}" destId="{3A1C957B-CB72-43F6-B289-88DAC3A53B7A}" srcOrd="1" destOrd="0" presId="urn:microsoft.com/office/officeart/2005/8/layout/cycle8"/>
    <dgm:cxn modelId="{033B63BD-EE97-4408-AD81-CF146C48BED4}" type="presParOf" srcId="{BBA24971-4521-4204-8826-7BE1C61FD351}" destId="{92246490-62FB-4D4D-ADDD-10583ADDC133}" srcOrd="0" destOrd="0" presId="urn:microsoft.com/office/officeart/2005/8/layout/cycle8"/>
    <dgm:cxn modelId="{8AD82F10-A809-4023-B377-39EF63A57071}" type="presParOf" srcId="{BBA24971-4521-4204-8826-7BE1C61FD351}" destId="{CCCFD98A-52B8-491A-854E-D4B67BE0EB1A}" srcOrd="1" destOrd="0" presId="urn:microsoft.com/office/officeart/2005/8/layout/cycle8"/>
    <dgm:cxn modelId="{99D461C8-741D-4EE4-B026-A9176DECD1C4}" type="presParOf" srcId="{BBA24971-4521-4204-8826-7BE1C61FD351}" destId="{BE9DC0A7-EDA9-47FF-ADF8-0CDFCD9D80AD}" srcOrd="2" destOrd="0" presId="urn:microsoft.com/office/officeart/2005/8/layout/cycle8"/>
    <dgm:cxn modelId="{D3BDE089-A543-4E7E-A7FE-9821A8EC8A69}" type="presParOf" srcId="{BBA24971-4521-4204-8826-7BE1C61FD351}" destId="{2AE5907A-3B72-4C08-BA81-1EC65CD9E388}" srcOrd="3" destOrd="0" presId="urn:microsoft.com/office/officeart/2005/8/layout/cycle8"/>
    <dgm:cxn modelId="{B588DF0C-6510-42C9-8129-CFA3209E00C7}" type="presParOf" srcId="{BBA24971-4521-4204-8826-7BE1C61FD351}" destId="{EEB52387-F8B5-46E1-ACEE-BF8D6CCE7E62}" srcOrd="4" destOrd="0" presId="urn:microsoft.com/office/officeart/2005/8/layout/cycle8"/>
    <dgm:cxn modelId="{6012840F-E408-4EFF-8ED0-53C4B0A534C7}" type="presParOf" srcId="{BBA24971-4521-4204-8826-7BE1C61FD351}" destId="{4E62B2CD-E331-4D7B-B4FA-1C4C97EA3C1B}" srcOrd="5" destOrd="0" presId="urn:microsoft.com/office/officeart/2005/8/layout/cycle8"/>
    <dgm:cxn modelId="{C2E5DD4A-BE2B-4D9E-BCF9-508C65AF4F75}" type="presParOf" srcId="{BBA24971-4521-4204-8826-7BE1C61FD351}" destId="{A5E5CD68-EC1A-4F0A-876E-A23A6C50017D}" srcOrd="6" destOrd="0" presId="urn:microsoft.com/office/officeart/2005/8/layout/cycle8"/>
    <dgm:cxn modelId="{D6915167-27C6-4A78-86FF-9BE0B2259AB4}" type="presParOf" srcId="{BBA24971-4521-4204-8826-7BE1C61FD351}" destId="{10FAD1E7-56A3-476A-AD67-07CC46D5BDC8}" srcOrd="7" destOrd="0" presId="urn:microsoft.com/office/officeart/2005/8/layout/cycle8"/>
    <dgm:cxn modelId="{566FC8AA-DE1E-45AD-8A88-959609440D18}" type="presParOf" srcId="{BBA24971-4521-4204-8826-7BE1C61FD351}" destId="{8EDC1094-88C6-4165-9919-4DC4FCC4C49A}" srcOrd="8" destOrd="0" presId="urn:microsoft.com/office/officeart/2005/8/layout/cycle8"/>
    <dgm:cxn modelId="{F90D699E-16E8-487C-A38B-537FAD23E74C}" type="presParOf" srcId="{BBA24971-4521-4204-8826-7BE1C61FD351}" destId="{604A7A38-D47E-45FD-A6D5-3DADB7D83C9A}" srcOrd="9" destOrd="0" presId="urn:microsoft.com/office/officeart/2005/8/layout/cycle8"/>
    <dgm:cxn modelId="{ADA6CC9A-1EE6-43B5-825D-28759BB0FBCD}" type="presParOf" srcId="{BBA24971-4521-4204-8826-7BE1C61FD351}" destId="{9A754ACF-C1C9-422D-8592-84B09D4A1BC0}" srcOrd="10" destOrd="0" presId="urn:microsoft.com/office/officeart/2005/8/layout/cycle8"/>
    <dgm:cxn modelId="{EF5630ED-9E53-48C5-95D4-105CD296513E}" type="presParOf" srcId="{BBA24971-4521-4204-8826-7BE1C61FD351}" destId="{3A1C957B-CB72-43F6-B289-88DAC3A53B7A}" srcOrd="11" destOrd="0" presId="urn:microsoft.com/office/officeart/2005/8/layout/cycle8"/>
    <dgm:cxn modelId="{90C88DF7-07B5-4B67-8ECE-189ED2391078}" type="presParOf" srcId="{BBA24971-4521-4204-8826-7BE1C61FD351}" destId="{BF6F1C4C-3A84-44DA-8A7B-517A433491A2}" srcOrd="12" destOrd="0" presId="urn:microsoft.com/office/officeart/2005/8/layout/cycle8"/>
    <dgm:cxn modelId="{F551E724-9281-4773-88AA-FD6C22B60D09}" type="presParOf" srcId="{BBA24971-4521-4204-8826-7BE1C61FD351}" destId="{0B3545D6-D8F8-4112-A580-0CD25BEACBF8}" srcOrd="13" destOrd="0" presId="urn:microsoft.com/office/officeart/2005/8/layout/cycle8"/>
    <dgm:cxn modelId="{5A65B1E8-9874-4471-AE22-6A69FD3C9B52}" type="presParOf" srcId="{BBA24971-4521-4204-8826-7BE1C61FD351}" destId="{B01634FC-A93D-473C-AC53-33E26E0DF0EF}" srcOrd="14" destOrd="0" presId="urn:microsoft.com/office/officeart/2005/8/layout/cycle8"/>
    <dgm:cxn modelId="{24721092-F41E-485D-8EB6-3E387B4E1B2B}" type="presParOf" srcId="{BBA24971-4521-4204-8826-7BE1C61FD351}" destId="{242923DA-F3D8-4155-BBC1-C22AD2ED1E33}" srcOrd="15" destOrd="0" presId="urn:microsoft.com/office/officeart/2005/8/layout/cycle8"/>
    <dgm:cxn modelId="{FB1AB4AA-6A26-4637-837C-C844868E2AF9}" type="presParOf" srcId="{BBA24971-4521-4204-8826-7BE1C61FD351}" destId="{6EC2B245-9748-4A84-B8DA-EEA25ED0E3B7}" srcOrd="16" destOrd="0" presId="urn:microsoft.com/office/officeart/2005/8/layout/cycle8"/>
    <dgm:cxn modelId="{EE750FF9-D137-4487-9F1C-4E87A7654295}" type="presParOf" srcId="{BBA24971-4521-4204-8826-7BE1C61FD351}" destId="{1B978EC9-6D8E-4D6C-9481-1B25073E1BB6}" srcOrd="17" destOrd="0" presId="urn:microsoft.com/office/officeart/2005/8/layout/cycle8"/>
    <dgm:cxn modelId="{9118DD06-5697-4903-9221-D1140C5DF136}" type="presParOf" srcId="{BBA24971-4521-4204-8826-7BE1C61FD351}" destId="{61B65E15-C9CD-4090-AFB6-981F8B4B7CA6}" srcOrd="18" destOrd="0" presId="urn:microsoft.com/office/officeart/2005/8/layout/cycle8"/>
    <dgm:cxn modelId="{A36E57AB-8D71-446F-898C-3E5FD93150DD}" type="presParOf" srcId="{BBA24971-4521-4204-8826-7BE1C61FD351}" destId="{04CA4A3E-49B5-4EF7-985F-A9FF16FB7239}" srcOrd="19" destOrd="0" presId="urn:microsoft.com/office/officeart/2005/8/layout/cycle8"/>
    <dgm:cxn modelId="{42EF7387-4B43-48D5-A01C-80A34DD03C9C}" type="presParOf" srcId="{BBA24971-4521-4204-8826-7BE1C61FD351}" destId="{F4D82E4E-57BF-4B7F-AE64-990C8A3705D1}" srcOrd="20" destOrd="0" presId="urn:microsoft.com/office/officeart/2005/8/layout/cycle8"/>
    <dgm:cxn modelId="{3AB24642-BB46-4F80-A775-77DCE89A9315}" type="presParOf" srcId="{BBA24971-4521-4204-8826-7BE1C61FD351}" destId="{75731D01-D4DC-449C-8522-9B4684CA4979}" srcOrd="21" destOrd="0" presId="urn:microsoft.com/office/officeart/2005/8/layout/cycle8"/>
    <dgm:cxn modelId="{FBE92F73-901C-4F03-B98F-EAF1298D3D72}" type="presParOf" srcId="{BBA24971-4521-4204-8826-7BE1C61FD351}" destId="{BE2CA3B7-D302-4D17-A766-3139059FD034}" srcOrd="22" destOrd="0" presId="urn:microsoft.com/office/officeart/2005/8/layout/cycle8"/>
    <dgm:cxn modelId="{45303137-E509-4574-965D-D6A7B2B8196E}" type="presParOf" srcId="{BBA24971-4521-4204-8826-7BE1C61FD351}" destId="{19CA561E-0713-40B5-91E6-D2D6BC65C21C}" srcOrd="23" destOrd="0" presId="urn:microsoft.com/office/officeart/2005/8/layout/cycle8"/>
    <dgm:cxn modelId="{A2B1BB77-038A-4133-9969-081B8913BFDE}" type="presParOf" srcId="{BBA24971-4521-4204-8826-7BE1C61FD351}" destId="{25652859-3260-48F2-B067-B8298A3A9FCA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2D8C60-6098-4941-8011-8DE0FD5B02A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de-DE"/>
        </a:p>
      </dgm:t>
    </dgm:pt>
    <dgm:pt modelId="{0B26A6D7-250F-4834-8E66-D7413165A968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>
              <a:latin typeface="Aptos"/>
            </a:rPr>
            <a:t>Security Events</a:t>
          </a:r>
          <a:endParaRPr lang="en-US">
            <a:latin typeface="Aptos"/>
          </a:endParaRPr>
        </a:p>
      </dgm:t>
    </dgm:pt>
    <dgm:pt modelId="{F9DF654D-EE9F-45B4-B4CC-F2B853300285}" type="parTrans" cxnId="{C09A5873-3AA6-484F-A2E7-C2A9374C026C}">
      <dgm:prSet/>
      <dgm:spPr/>
    </dgm:pt>
    <dgm:pt modelId="{392A9C3E-A51E-4CF6-B8AB-1E5BCA7949B6}" type="sibTrans" cxnId="{C09A5873-3AA6-484F-A2E7-C2A9374C026C}">
      <dgm:prSet/>
      <dgm:spPr/>
    </dgm:pt>
    <dgm:pt modelId="{7F71D5C2-37FE-45D4-A9CF-99BD726D12C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Failed Logins, File Integrity, Firewall Blocks</a:t>
          </a:r>
          <a:endParaRPr lang="de-DE">
            <a:latin typeface="Aptos"/>
          </a:endParaRPr>
        </a:p>
      </dgm:t>
    </dgm:pt>
    <dgm:pt modelId="{5AEAEC1B-BCAF-4A04-B730-808B4BEAD2D8}" type="parTrans" cxnId="{D71C1394-02CF-4483-BF16-496F72DF3232}">
      <dgm:prSet/>
      <dgm:spPr/>
    </dgm:pt>
    <dgm:pt modelId="{54484E60-50B7-4E57-A2A5-70A7B533676F}" type="sibTrans" cxnId="{D71C1394-02CF-4483-BF16-496F72DF3232}">
      <dgm:prSet/>
      <dgm:spPr/>
    </dgm:pt>
    <dgm:pt modelId="{2D475492-3CE5-4751-9220-31FF51355255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>
              <a:latin typeface="Aptos"/>
            </a:rPr>
            <a:t>Attack Detection</a:t>
          </a:r>
          <a:endParaRPr lang="en-US">
            <a:latin typeface="Aptos"/>
          </a:endParaRPr>
        </a:p>
      </dgm:t>
    </dgm:pt>
    <dgm:pt modelId="{D3FADED1-D1AA-42C3-A2C5-2C7C49FEDBAF}" type="parTrans" cxnId="{EA9C76DE-53FF-4DEB-A5EA-4572B5177944}">
      <dgm:prSet/>
      <dgm:spPr/>
    </dgm:pt>
    <dgm:pt modelId="{6A61717F-1794-4D21-A0F5-5AC5BB11A7EC}" type="sibTrans" cxnId="{EA9C76DE-53FF-4DEB-A5EA-4572B5177944}">
      <dgm:prSet/>
      <dgm:spPr/>
    </dgm:pt>
    <dgm:pt modelId="{8009BF62-CEDB-4F40-ADA8-B664B09773E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>
              <a:latin typeface="Aptos"/>
            </a:rPr>
            <a:t>IDS Alerts, WAF Blocks, Anomalies</a:t>
          </a:r>
          <a:endParaRPr lang="en-US">
            <a:latin typeface="Aptos"/>
          </a:endParaRPr>
        </a:p>
      </dgm:t>
    </dgm:pt>
    <dgm:pt modelId="{AA632DCA-1BE4-4A0A-8383-AB76983B556E}" type="parTrans" cxnId="{0B0CA08E-462B-4456-A350-A6D4950FFEA9}">
      <dgm:prSet/>
      <dgm:spPr/>
    </dgm:pt>
    <dgm:pt modelId="{8BE6D3E2-6D6D-4825-B764-B78E1D726368}" type="sibTrans" cxnId="{0B0CA08E-462B-4456-A350-A6D4950FFEA9}">
      <dgm:prSet/>
      <dgm:spPr/>
    </dgm:pt>
    <dgm:pt modelId="{AC553EF6-AD3C-4409-BC32-5854CC2F7BC5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>
              <a:latin typeface="Aptos"/>
            </a:rPr>
            <a:t>Compliance</a:t>
          </a:r>
          <a:endParaRPr lang="en-US">
            <a:latin typeface="Aptos"/>
          </a:endParaRPr>
        </a:p>
      </dgm:t>
    </dgm:pt>
    <dgm:pt modelId="{D16DC4DA-ADDD-4823-9746-9DB8938FCCD3}" type="parTrans" cxnId="{75FECAF3-191C-4E22-AD99-E92A676598EA}">
      <dgm:prSet/>
      <dgm:spPr/>
    </dgm:pt>
    <dgm:pt modelId="{DC74C263-9227-4AC9-B897-41A217D2D5E9}" type="sibTrans" cxnId="{75FECAF3-191C-4E22-AD99-E92A676598EA}">
      <dgm:prSet/>
      <dgm:spPr/>
    </dgm:pt>
    <dgm:pt modelId="{8358F24F-4544-4C56-90B7-82DB80B1F6E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>
              <a:latin typeface="Aptos"/>
            </a:rPr>
            <a:t>PCI-DSS, GDPR, HIPAA</a:t>
          </a:r>
          <a:endParaRPr lang="en-US">
            <a:latin typeface="Aptos"/>
          </a:endParaRPr>
        </a:p>
      </dgm:t>
    </dgm:pt>
    <dgm:pt modelId="{F0C14D5E-33BF-4866-81AE-208B41195499}" type="parTrans" cxnId="{4C72F2E1-30B3-42AE-ADBE-C2C2327E8F84}">
      <dgm:prSet/>
      <dgm:spPr/>
    </dgm:pt>
    <dgm:pt modelId="{491C5392-56A3-4BBF-B08F-112CB6C35024}" type="sibTrans" cxnId="{4C72F2E1-30B3-42AE-ADBE-C2C2327E8F84}">
      <dgm:prSet/>
      <dgm:spPr/>
    </dgm:pt>
    <dgm:pt modelId="{EB033A72-24A1-4FB2-8673-708C23E7103F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>
              <a:latin typeface="Aptos"/>
            </a:rPr>
            <a:t>Dashboards</a:t>
          </a:r>
          <a:endParaRPr lang="en-US">
            <a:latin typeface="Aptos"/>
          </a:endParaRPr>
        </a:p>
      </dgm:t>
    </dgm:pt>
    <dgm:pt modelId="{010ADFCD-3CFA-42E3-A66A-9819EDA04045}" type="parTrans" cxnId="{C746B26A-8060-4F82-90BD-39F1C8959C6B}">
      <dgm:prSet/>
      <dgm:spPr/>
    </dgm:pt>
    <dgm:pt modelId="{CD489A86-C830-4CD8-A307-98EF6AA1231D}" type="sibTrans" cxnId="{C746B26A-8060-4F82-90BD-39F1C8959C6B}">
      <dgm:prSet/>
      <dgm:spPr/>
    </dgm:pt>
    <dgm:pt modelId="{8FBBAA5D-8D8B-4B9D-B949-AFEF5AD4D1B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DE">
              <a:latin typeface="Aptos"/>
            </a:rPr>
            <a:t>Real-time Alerts, Timelines</a:t>
          </a:r>
          <a:endParaRPr lang="en-US">
            <a:latin typeface="Aptos"/>
          </a:endParaRPr>
        </a:p>
      </dgm:t>
    </dgm:pt>
    <dgm:pt modelId="{373B6AEC-2B57-49CE-ABB5-ED953CB23D7E}" type="parTrans" cxnId="{C51B330B-0402-4EEA-883C-2DB6D05C9D5A}">
      <dgm:prSet/>
      <dgm:spPr/>
    </dgm:pt>
    <dgm:pt modelId="{59560A74-03BA-433F-B43C-E034C5FED87F}" type="sibTrans" cxnId="{C51B330B-0402-4EEA-883C-2DB6D05C9D5A}">
      <dgm:prSet/>
      <dgm:spPr/>
    </dgm:pt>
    <dgm:pt modelId="{D1EBA996-DEDE-496A-998A-224AFEA9369D}" type="pres">
      <dgm:prSet presAssocID="{122D8C60-6098-4941-8011-8DE0FD5B02AF}" presName="root" presStyleCnt="0">
        <dgm:presLayoutVars>
          <dgm:dir/>
          <dgm:resizeHandles val="exact"/>
        </dgm:presLayoutVars>
      </dgm:prSet>
      <dgm:spPr/>
    </dgm:pt>
    <dgm:pt modelId="{22DE6396-7E40-465C-8E94-947290E23C2A}" type="pres">
      <dgm:prSet presAssocID="{0B26A6D7-250F-4834-8E66-D7413165A968}" presName="compNode" presStyleCnt="0"/>
      <dgm:spPr/>
    </dgm:pt>
    <dgm:pt modelId="{F14E26FA-AD31-438A-8162-D97C28468652}" type="pres">
      <dgm:prSet presAssocID="{0B26A6D7-250F-4834-8E66-D7413165A9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9336FED3-17C4-4FB2-92FE-839ED7EE5806}" type="pres">
      <dgm:prSet presAssocID="{0B26A6D7-250F-4834-8E66-D7413165A968}" presName="iconSpace" presStyleCnt="0"/>
      <dgm:spPr/>
    </dgm:pt>
    <dgm:pt modelId="{8C6A8FD0-0624-4BEB-94A3-7BFE3FD4E05C}" type="pres">
      <dgm:prSet presAssocID="{0B26A6D7-250F-4834-8E66-D7413165A968}" presName="parTx" presStyleLbl="revTx" presStyleIdx="0" presStyleCnt="8">
        <dgm:presLayoutVars>
          <dgm:chMax val="0"/>
          <dgm:chPref val="0"/>
        </dgm:presLayoutVars>
      </dgm:prSet>
      <dgm:spPr/>
    </dgm:pt>
    <dgm:pt modelId="{88763978-9AF1-4948-A1BF-9B88EB881811}" type="pres">
      <dgm:prSet presAssocID="{0B26A6D7-250F-4834-8E66-D7413165A968}" presName="txSpace" presStyleCnt="0"/>
      <dgm:spPr/>
    </dgm:pt>
    <dgm:pt modelId="{67FA6F13-E138-4072-8294-31A7E2351392}" type="pres">
      <dgm:prSet presAssocID="{0B26A6D7-250F-4834-8E66-D7413165A968}" presName="desTx" presStyleLbl="revTx" presStyleIdx="1" presStyleCnt="8">
        <dgm:presLayoutVars/>
      </dgm:prSet>
      <dgm:spPr/>
    </dgm:pt>
    <dgm:pt modelId="{C442ACD5-A0CB-4C7C-90C9-9C91282DDBAA}" type="pres">
      <dgm:prSet presAssocID="{392A9C3E-A51E-4CF6-B8AB-1E5BCA7949B6}" presName="sibTrans" presStyleCnt="0"/>
      <dgm:spPr/>
    </dgm:pt>
    <dgm:pt modelId="{A2DD6EF9-8D25-4175-A2F3-62D271E3C2AA}" type="pres">
      <dgm:prSet presAssocID="{2D475492-3CE5-4751-9220-31FF51355255}" presName="compNode" presStyleCnt="0"/>
      <dgm:spPr/>
    </dgm:pt>
    <dgm:pt modelId="{85F31EC1-FB11-4152-85B2-DA20584F3721}" type="pres">
      <dgm:prSet presAssocID="{2D475492-3CE5-4751-9220-31FF513552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3AF310B7-FBF6-4654-82C9-ADFE5254D88E}" type="pres">
      <dgm:prSet presAssocID="{2D475492-3CE5-4751-9220-31FF51355255}" presName="iconSpace" presStyleCnt="0"/>
      <dgm:spPr/>
    </dgm:pt>
    <dgm:pt modelId="{D38A572E-0603-4D0B-B3A3-BA8C21AE8360}" type="pres">
      <dgm:prSet presAssocID="{2D475492-3CE5-4751-9220-31FF51355255}" presName="parTx" presStyleLbl="revTx" presStyleIdx="2" presStyleCnt="8">
        <dgm:presLayoutVars>
          <dgm:chMax val="0"/>
          <dgm:chPref val="0"/>
        </dgm:presLayoutVars>
      </dgm:prSet>
      <dgm:spPr/>
    </dgm:pt>
    <dgm:pt modelId="{C02B7ECC-A94C-4B18-B7B5-93E80D4817DE}" type="pres">
      <dgm:prSet presAssocID="{2D475492-3CE5-4751-9220-31FF51355255}" presName="txSpace" presStyleCnt="0"/>
      <dgm:spPr/>
    </dgm:pt>
    <dgm:pt modelId="{7F743553-20FD-4498-97FF-BA165EDC1D2E}" type="pres">
      <dgm:prSet presAssocID="{2D475492-3CE5-4751-9220-31FF51355255}" presName="desTx" presStyleLbl="revTx" presStyleIdx="3" presStyleCnt="8">
        <dgm:presLayoutVars/>
      </dgm:prSet>
      <dgm:spPr/>
    </dgm:pt>
    <dgm:pt modelId="{16A1D2A5-B8ED-49B4-9FC6-808F8BF1E508}" type="pres">
      <dgm:prSet presAssocID="{6A61717F-1794-4D21-A0F5-5AC5BB11A7EC}" presName="sibTrans" presStyleCnt="0"/>
      <dgm:spPr/>
    </dgm:pt>
    <dgm:pt modelId="{69CC3C6B-606A-4001-BDD2-314F95A58468}" type="pres">
      <dgm:prSet presAssocID="{AC553EF6-AD3C-4409-BC32-5854CC2F7BC5}" presName="compNode" presStyleCnt="0"/>
      <dgm:spPr/>
    </dgm:pt>
    <dgm:pt modelId="{DCBF4A59-0E6B-4F44-8A93-17CC011FC0D6}" type="pres">
      <dgm:prSet presAssocID="{AC553EF6-AD3C-4409-BC32-5854CC2F7B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rren"/>
        </a:ext>
      </dgm:extLst>
    </dgm:pt>
    <dgm:pt modelId="{02D49CA8-4E50-46D8-A782-C04DAEABE9B1}" type="pres">
      <dgm:prSet presAssocID="{AC553EF6-AD3C-4409-BC32-5854CC2F7BC5}" presName="iconSpace" presStyleCnt="0"/>
      <dgm:spPr/>
    </dgm:pt>
    <dgm:pt modelId="{73FD7C58-C2B0-4E0F-A4DA-6A76A3A52DD3}" type="pres">
      <dgm:prSet presAssocID="{AC553EF6-AD3C-4409-BC32-5854CC2F7BC5}" presName="parTx" presStyleLbl="revTx" presStyleIdx="4" presStyleCnt="8">
        <dgm:presLayoutVars>
          <dgm:chMax val="0"/>
          <dgm:chPref val="0"/>
        </dgm:presLayoutVars>
      </dgm:prSet>
      <dgm:spPr/>
    </dgm:pt>
    <dgm:pt modelId="{FE61F57C-49F1-44EF-9769-1AF37C288D6B}" type="pres">
      <dgm:prSet presAssocID="{AC553EF6-AD3C-4409-BC32-5854CC2F7BC5}" presName="txSpace" presStyleCnt="0"/>
      <dgm:spPr/>
    </dgm:pt>
    <dgm:pt modelId="{4D7799DF-18F5-49A2-834D-8C0CC0B22C44}" type="pres">
      <dgm:prSet presAssocID="{AC553EF6-AD3C-4409-BC32-5854CC2F7BC5}" presName="desTx" presStyleLbl="revTx" presStyleIdx="5" presStyleCnt="8">
        <dgm:presLayoutVars/>
      </dgm:prSet>
      <dgm:spPr/>
    </dgm:pt>
    <dgm:pt modelId="{D579585E-3518-401C-AF97-A71C005D7A7A}" type="pres">
      <dgm:prSet presAssocID="{DC74C263-9227-4AC9-B897-41A217D2D5E9}" presName="sibTrans" presStyleCnt="0"/>
      <dgm:spPr/>
    </dgm:pt>
    <dgm:pt modelId="{F573F4A3-04DD-4643-9FFC-A1E3F7C3BEC5}" type="pres">
      <dgm:prSet presAssocID="{EB033A72-24A1-4FB2-8673-708C23E7103F}" presName="compNode" presStyleCnt="0"/>
      <dgm:spPr/>
    </dgm:pt>
    <dgm:pt modelId="{E374FFE1-F7F7-41C6-8D6F-1B4C6CD2F386}" type="pres">
      <dgm:prSet presAssocID="{EB033A72-24A1-4FB2-8673-708C23E710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"/>
        </a:ext>
      </dgm:extLst>
    </dgm:pt>
    <dgm:pt modelId="{C6739552-C0AA-406B-A823-69602B4BA4CD}" type="pres">
      <dgm:prSet presAssocID="{EB033A72-24A1-4FB2-8673-708C23E7103F}" presName="iconSpace" presStyleCnt="0"/>
      <dgm:spPr/>
    </dgm:pt>
    <dgm:pt modelId="{3D78D248-D818-44F3-BAC0-F1A90E227D03}" type="pres">
      <dgm:prSet presAssocID="{EB033A72-24A1-4FB2-8673-708C23E7103F}" presName="parTx" presStyleLbl="revTx" presStyleIdx="6" presStyleCnt="8">
        <dgm:presLayoutVars>
          <dgm:chMax val="0"/>
          <dgm:chPref val="0"/>
        </dgm:presLayoutVars>
      </dgm:prSet>
      <dgm:spPr/>
    </dgm:pt>
    <dgm:pt modelId="{F7A5286A-05B3-4E53-9804-056E18E61AC9}" type="pres">
      <dgm:prSet presAssocID="{EB033A72-24A1-4FB2-8673-708C23E7103F}" presName="txSpace" presStyleCnt="0"/>
      <dgm:spPr/>
    </dgm:pt>
    <dgm:pt modelId="{78A9FEAF-FA00-485C-B37B-2FE79067BEB5}" type="pres">
      <dgm:prSet presAssocID="{EB033A72-24A1-4FB2-8673-708C23E7103F}" presName="desTx" presStyleLbl="revTx" presStyleIdx="7" presStyleCnt="8">
        <dgm:presLayoutVars/>
      </dgm:prSet>
      <dgm:spPr/>
    </dgm:pt>
  </dgm:ptLst>
  <dgm:cxnLst>
    <dgm:cxn modelId="{C51B330B-0402-4EEA-883C-2DB6D05C9D5A}" srcId="{EB033A72-24A1-4FB2-8673-708C23E7103F}" destId="{8FBBAA5D-8D8B-4B9D-B949-AFEF5AD4D1BF}" srcOrd="0" destOrd="0" parTransId="{373B6AEC-2B57-49CE-ABB5-ED953CB23D7E}" sibTransId="{59560A74-03BA-433F-B43C-E034C5FED87F}"/>
    <dgm:cxn modelId="{1C57E539-5AD0-40E6-96C6-C7B02993595A}" type="presOf" srcId="{7F71D5C2-37FE-45D4-A9CF-99BD726D12C2}" destId="{67FA6F13-E138-4072-8294-31A7E2351392}" srcOrd="0" destOrd="0" presId="urn:microsoft.com/office/officeart/2018/5/layout/CenteredIconLabelDescriptionList"/>
    <dgm:cxn modelId="{8B7A5763-56E7-4187-B6D7-6B60DD618152}" type="presOf" srcId="{0B26A6D7-250F-4834-8E66-D7413165A968}" destId="{8C6A8FD0-0624-4BEB-94A3-7BFE3FD4E05C}" srcOrd="0" destOrd="0" presId="urn:microsoft.com/office/officeart/2018/5/layout/CenteredIconLabelDescriptionList"/>
    <dgm:cxn modelId="{7C775A46-FF97-4128-88EF-406734A74154}" type="presOf" srcId="{122D8C60-6098-4941-8011-8DE0FD5B02AF}" destId="{D1EBA996-DEDE-496A-998A-224AFEA9369D}" srcOrd="0" destOrd="0" presId="urn:microsoft.com/office/officeart/2018/5/layout/CenteredIconLabelDescriptionList"/>
    <dgm:cxn modelId="{C746B26A-8060-4F82-90BD-39F1C8959C6B}" srcId="{122D8C60-6098-4941-8011-8DE0FD5B02AF}" destId="{EB033A72-24A1-4FB2-8673-708C23E7103F}" srcOrd="3" destOrd="0" parTransId="{010ADFCD-3CFA-42E3-A66A-9819EDA04045}" sibTransId="{CD489A86-C830-4CD8-A307-98EF6AA1231D}"/>
    <dgm:cxn modelId="{C09A5873-3AA6-484F-A2E7-C2A9374C026C}" srcId="{122D8C60-6098-4941-8011-8DE0FD5B02AF}" destId="{0B26A6D7-250F-4834-8E66-D7413165A968}" srcOrd="0" destOrd="0" parTransId="{F9DF654D-EE9F-45B4-B4CC-F2B853300285}" sibTransId="{392A9C3E-A51E-4CF6-B8AB-1E5BCA7949B6}"/>
    <dgm:cxn modelId="{8BE47B59-D986-4FA8-A037-C0B41DB72F13}" type="presOf" srcId="{8358F24F-4544-4C56-90B7-82DB80B1F6E0}" destId="{4D7799DF-18F5-49A2-834D-8C0CC0B22C44}" srcOrd="0" destOrd="0" presId="urn:microsoft.com/office/officeart/2018/5/layout/CenteredIconLabelDescriptionList"/>
    <dgm:cxn modelId="{3D57C886-C6D0-4CCC-8E74-C706CB9B701A}" type="presOf" srcId="{AC553EF6-AD3C-4409-BC32-5854CC2F7BC5}" destId="{73FD7C58-C2B0-4E0F-A4DA-6A76A3A52DD3}" srcOrd="0" destOrd="0" presId="urn:microsoft.com/office/officeart/2018/5/layout/CenteredIconLabelDescriptionList"/>
    <dgm:cxn modelId="{0B0CA08E-462B-4456-A350-A6D4950FFEA9}" srcId="{2D475492-3CE5-4751-9220-31FF51355255}" destId="{8009BF62-CEDB-4F40-ADA8-B664B09773E3}" srcOrd="0" destOrd="0" parTransId="{AA632DCA-1BE4-4A0A-8383-AB76983B556E}" sibTransId="{8BE6D3E2-6D6D-4825-B764-B78E1D726368}"/>
    <dgm:cxn modelId="{D71C1394-02CF-4483-BF16-496F72DF3232}" srcId="{0B26A6D7-250F-4834-8E66-D7413165A968}" destId="{7F71D5C2-37FE-45D4-A9CF-99BD726D12C2}" srcOrd="0" destOrd="0" parTransId="{5AEAEC1B-BCAF-4A04-B730-808B4BEAD2D8}" sibTransId="{54484E60-50B7-4E57-A2A5-70A7B533676F}"/>
    <dgm:cxn modelId="{8B516099-E268-469C-BD63-64D2C09C0DAB}" type="presOf" srcId="{2D475492-3CE5-4751-9220-31FF51355255}" destId="{D38A572E-0603-4D0B-B3A3-BA8C21AE8360}" srcOrd="0" destOrd="0" presId="urn:microsoft.com/office/officeart/2018/5/layout/CenteredIconLabelDescriptionList"/>
    <dgm:cxn modelId="{B82CC7A0-7707-472F-A067-FEEBE966094A}" type="presOf" srcId="{8009BF62-CEDB-4F40-ADA8-B664B09773E3}" destId="{7F743553-20FD-4498-97FF-BA165EDC1D2E}" srcOrd="0" destOrd="0" presId="urn:microsoft.com/office/officeart/2018/5/layout/CenteredIconLabelDescriptionList"/>
    <dgm:cxn modelId="{FB3AB3BC-DA2F-452C-8A7C-3ED2A885B8C5}" type="presOf" srcId="{EB033A72-24A1-4FB2-8673-708C23E7103F}" destId="{3D78D248-D818-44F3-BAC0-F1A90E227D03}" srcOrd="0" destOrd="0" presId="urn:microsoft.com/office/officeart/2018/5/layout/CenteredIconLabelDescriptionList"/>
    <dgm:cxn modelId="{C604AFDA-AADD-48B9-A90C-F2313B32547C}" type="presOf" srcId="{8FBBAA5D-8D8B-4B9D-B949-AFEF5AD4D1BF}" destId="{78A9FEAF-FA00-485C-B37B-2FE79067BEB5}" srcOrd="0" destOrd="0" presId="urn:microsoft.com/office/officeart/2018/5/layout/CenteredIconLabelDescriptionList"/>
    <dgm:cxn modelId="{EA9C76DE-53FF-4DEB-A5EA-4572B5177944}" srcId="{122D8C60-6098-4941-8011-8DE0FD5B02AF}" destId="{2D475492-3CE5-4751-9220-31FF51355255}" srcOrd="1" destOrd="0" parTransId="{D3FADED1-D1AA-42C3-A2C5-2C7C49FEDBAF}" sibTransId="{6A61717F-1794-4D21-A0F5-5AC5BB11A7EC}"/>
    <dgm:cxn modelId="{4C72F2E1-30B3-42AE-ADBE-C2C2327E8F84}" srcId="{AC553EF6-AD3C-4409-BC32-5854CC2F7BC5}" destId="{8358F24F-4544-4C56-90B7-82DB80B1F6E0}" srcOrd="0" destOrd="0" parTransId="{F0C14D5E-33BF-4866-81AE-208B41195499}" sibTransId="{491C5392-56A3-4BBF-B08F-112CB6C35024}"/>
    <dgm:cxn modelId="{75FECAF3-191C-4E22-AD99-E92A676598EA}" srcId="{122D8C60-6098-4941-8011-8DE0FD5B02AF}" destId="{AC553EF6-AD3C-4409-BC32-5854CC2F7BC5}" srcOrd="2" destOrd="0" parTransId="{D16DC4DA-ADDD-4823-9746-9DB8938FCCD3}" sibTransId="{DC74C263-9227-4AC9-B897-41A217D2D5E9}"/>
    <dgm:cxn modelId="{C5E937F5-EE37-4F86-BEA0-80319B929D9E}" type="presParOf" srcId="{D1EBA996-DEDE-496A-998A-224AFEA9369D}" destId="{22DE6396-7E40-465C-8E94-947290E23C2A}" srcOrd="0" destOrd="0" presId="urn:microsoft.com/office/officeart/2018/5/layout/CenteredIconLabelDescriptionList"/>
    <dgm:cxn modelId="{D7CD5305-EA52-41A4-B8C8-69B06485D09B}" type="presParOf" srcId="{22DE6396-7E40-465C-8E94-947290E23C2A}" destId="{F14E26FA-AD31-438A-8162-D97C28468652}" srcOrd="0" destOrd="0" presId="urn:microsoft.com/office/officeart/2018/5/layout/CenteredIconLabelDescriptionList"/>
    <dgm:cxn modelId="{4DD706DE-5E1D-424F-B6A4-F5771FB36E7F}" type="presParOf" srcId="{22DE6396-7E40-465C-8E94-947290E23C2A}" destId="{9336FED3-17C4-4FB2-92FE-839ED7EE5806}" srcOrd="1" destOrd="0" presId="urn:microsoft.com/office/officeart/2018/5/layout/CenteredIconLabelDescriptionList"/>
    <dgm:cxn modelId="{89C838DF-FC50-4AE3-B48B-9E9040F3E0C0}" type="presParOf" srcId="{22DE6396-7E40-465C-8E94-947290E23C2A}" destId="{8C6A8FD0-0624-4BEB-94A3-7BFE3FD4E05C}" srcOrd="2" destOrd="0" presId="urn:microsoft.com/office/officeart/2018/5/layout/CenteredIconLabelDescriptionList"/>
    <dgm:cxn modelId="{B2C59B62-8446-4A81-B74E-E4493CCB88C0}" type="presParOf" srcId="{22DE6396-7E40-465C-8E94-947290E23C2A}" destId="{88763978-9AF1-4948-A1BF-9B88EB881811}" srcOrd="3" destOrd="0" presId="urn:microsoft.com/office/officeart/2018/5/layout/CenteredIconLabelDescriptionList"/>
    <dgm:cxn modelId="{2D51A7AF-8ADA-433B-A87E-1935262A81D0}" type="presParOf" srcId="{22DE6396-7E40-465C-8E94-947290E23C2A}" destId="{67FA6F13-E138-4072-8294-31A7E2351392}" srcOrd="4" destOrd="0" presId="urn:microsoft.com/office/officeart/2018/5/layout/CenteredIconLabelDescriptionList"/>
    <dgm:cxn modelId="{91CE1AC7-F053-4316-BFB6-E472F7A7CE6F}" type="presParOf" srcId="{D1EBA996-DEDE-496A-998A-224AFEA9369D}" destId="{C442ACD5-A0CB-4C7C-90C9-9C91282DDBAA}" srcOrd="1" destOrd="0" presId="urn:microsoft.com/office/officeart/2018/5/layout/CenteredIconLabelDescriptionList"/>
    <dgm:cxn modelId="{49E312CE-7EE4-455A-B62C-0471D4D7C8BC}" type="presParOf" srcId="{D1EBA996-DEDE-496A-998A-224AFEA9369D}" destId="{A2DD6EF9-8D25-4175-A2F3-62D271E3C2AA}" srcOrd="2" destOrd="0" presId="urn:microsoft.com/office/officeart/2018/5/layout/CenteredIconLabelDescriptionList"/>
    <dgm:cxn modelId="{45F01AF5-F8E3-4A3F-9A7D-6E1879E5A0A8}" type="presParOf" srcId="{A2DD6EF9-8D25-4175-A2F3-62D271E3C2AA}" destId="{85F31EC1-FB11-4152-85B2-DA20584F3721}" srcOrd="0" destOrd="0" presId="urn:microsoft.com/office/officeart/2018/5/layout/CenteredIconLabelDescriptionList"/>
    <dgm:cxn modelId="{F1DA3EED-0D10-4A3B-BFFE-BB27D5BEEB14}" type="presParOf" srcId="{A2DD6EF9-8D25-4175-A2F3-62D271E3C2AA}" destId="{3AF310B7-FBF6-4654-82C9-ADFE5254D88E}" srcOrd="1" destOrd="0" presId="urn:microsoft.com/office/officeart/2018/5/layout/CenteredIconLabelDescriptionList"/>
    <dgm:cxn modelId="{C9E9BAD4-C181-4F75-9435-08CBE7574E7E}" type="presParOf" srcId="{A2DD6EF9-8D25-4175-A2F3-62D271E3C2AA}" destId="{D38A572E-0603-4D0B-B3A3-BA8C21AE8360}" srcOrd="2" destOrd="0" presId="urn:microsoft.com/office/officeart/2018/5/layout/CenteredIconLabelDescriptionList"/>
    <dgm:cxn modelId="{7C581A62-CDE9-42B1-AAE3-3F2A4A14A53D}" type="presParOf" srcId="{A2DD6EF9-8D25-4175-A2F3-62D271E3C2AA}" destId="{C02B7ECC-A94C-4B18-B7B5-93E80D4817DE}" srcOrd="3" destOrd="0" presId="urn:microsoft.com/office/officeart/2018/5/layout/CenteredIconLabelDescriptionList"/>
    <dgm:cxn modelId="{19C6D764-CF70-4E9D-9DEA-6A0D06AB9B11}" type="presParOf" srcId="{A2DD6EF9-8D25-4175-A2F3-62D271E3C2AA}" destId="{7F743553-20FD-4498-97FF-BA165EDC1D2E}" srcOrd="4" destOrd="0" presId="urn:microsoft.com/office/officeart/2018/5/layout/CenteredIconLabelDescriptionList"/>
    <dgm:cxn modelId="{84E62179-9B20-4F15-B948-737456C5554B}" type="presParOf" srcId="{D1EBA996-DEDE-496A-998A-224AFEA9369D}" destId="{16A1D2A5-B8ED-49B4-9FC6-808F8BF1E508}" srcOrd="3" destOrd="0" presId="urn:microsoft.com/office/officeart/2018/5/layout/CenteredIconLabelDescriptionList"/>
    <dgm:cxn modelId="{561936F7-3DD2-4126-8ADE-7BE66184D626}" type="presParOf" srcId="{D1EBA996-DEDE-496A-998A-224AFEA9369D}" destId="{69CC3C6B-606A-4001-BDD2-314F95A58468}" srcOrd="4" destOrd="0" presId="urn:microsoft.com/office/officeart/2018/5/layout/CenteredIconLabelDescriptionList"/>
    <dgm:cxn modelId="{3F04DA67-E7CF-4C6C-85B1-00FE6E97D3C5}" type="presParOf" srcId="{69CC3C6B-606A-4001-BDD2-314F95A58468}" destId="{DCBF4A59-0E6B-4F44-8A93-17CC011FC0D6}" srcOrd="0" destOrd="0" presId="urn:microsoft.com/office/officeart/2018/5/layout/CenteredIconLabelDescriptionList"/>
    <dgm:cxn modelId="{5E7A3918-5F4B-4A1A-8420-217DADE0A535}" type="presParOf" srcId="{69CC3C6B-606A-4001-BDD2-314F95A58468}" destId="{02D49CA8-4E50-46D8-A782-C04DAEABE9B1}" srcOrd="1" destOrd="0" presId="urn:microsoft.com/office/officeart/2018/5/layout/CenteredIconLabelDescriptionList"/>
    <dgm:cxn modelId="{A1994C05-F4B6-4438-BDA3-5A5ED57DB90A}" type="presParOf" srcId="{69CC3C6B-606A-4001-BDD2-314F95A58468}" destId="{73FD7C58-C2B0-4E0F-A4DA-6A76A3A52DD3}" srcOrd="2" destOrd="0" presId="urn:microsoft.com/office/officeart/2018/5/layout/CenteredIconLabelDescriptionList"/>
    <dgm:cxn modelId="{71B03FCC-0013-42E9-B907-BA53CE43A6CD}" type="presParOf" srcId="{69CC3C6B-606A-4001-BDD2-314F95A58468}" destId="{FE61F57C-49F1-44EF-9769-1AF37C288D6B}" srcOrd="3" destOrd="0" presId="urn:microsoft.com/office/officeart/2018/5/layout/CenteredIconLabelDescriptionList"/>
    <dgm:cxn modelId="{8A0E4E5D-0DE0-41A7-8CF2-AA827106839A}" type="presParOf" srcId="{69CC3C6B-606A-4001-BDD2-314F95A58468}" destId="{4D7799DF-18F5-49A2-834D-8C0CC0B22C44}" srcOrd="4" destOrd="0" presId="urn:microsoft.com/office/officeart/2018/5/layout/CenteredIconLabelDescriptionList"/>
    <dgm:cxn modelId="{217D57A4-98A3-4A54-B760-7CF8878C7B1C}" type="presParOf" srcId="{D1EBA996-DEDE-496A-998A-224AFEA9369D}" destId="{D579585E-3518-401C-AF97-A71C005D7A7A}" srcOrd="5" destOrd="0" presId="urn:microsoft.com/office/officeart/2018/5/layout/CenteredIconLabelDescriptionList"/>
    <dgm:cxn modelId="{0107141C-44BF-4341-810E-74231F666FE4}" type="presParOf" srcId="{D1EBA996-DEDE-496A-998A-224AFEA9369D}" destId="{F573F4A3-04DD-4643-9FFC-A1E3F7C3BEC5}" srcOrd="6" destOrd="0" presId="urn:microsoft.com/office/officeart/2018/5/layout/CenteredIconLabelDescriptionList"/>
    <dgm:cxn modelId="{8B1861E8-F727-410D-B961-091254667037}" type="presParOf" srcId="{F573F4A3-04DD-4643-9FFC-A1E3F7C3BEC5}" destId="{E374FFE1-F7F7-41C6-8D6F-1B4C6CD2F386}" srcOrd="0" destOrd="0" presId="urn:microsoft.com/office/officeart/2018/5/layout/CenteredIconLabelDescriptionList"/>
    <dgm:cxn modelId="{6F89140E-B144-42BC-A385-77DF724A77BE}" type="presParOf" srcId="{F573F4A3-04DD-4643-9FFC-A1E3F7C3BEC5}" destId="{C6739552-C0AA-406B-A823-69602B4BA4CD}" srcOrd="1" destOrd="0" presId="urn:microsoft.com/office/officeart/2018/5/layout/CenteredIconLabelDescriptionList"/>
    <dgm:cxn modelId="{E70A8FF8-AD21-4A71-A588-713C3E6D1B1C}" type="presParOf" srcId="{F573F4A3-04DD-4643-9FFC-A1E3F7C3BEC5}" destId="{3D78D248-D818-44F3-BAC0-F1A90E227D03}" srcOrd="2" destOrd="0" presId="urn:microsoft.com/office/officeart/2018/5/layout/CenteredIconLabelDescriptionList"/>
    <dgm:cxn modelId="{90A16A61-6504-466B-A4B3-67DA7606443C}" type="presParOf" srcId="{F573F4A3-04DD-4643-9FFC-A1E3F7C3BEC5}" destId="{F7A5286A-05B3-4E53-9804-056E18E61AC9}" srcOrd="3" destOrd="0" presId="urn:microsoft.com/office/officeart/2018/5/layout/CenteredIconLabelDescriptionList"/>
    <dgm:cxn modelId="{D7AEB785-0A7F-4933-A338-B97268FE3CFB}" type="presParOf" srcId="{F573F4A3-04DD-4643-9FFC-A1E3F7C3BEC5}" destId="{78A9FEAF-FA00-485C-B37B-2FE79067BEB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3243A9-AF17-4D6E-BD81-E1F2EB76D9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BAA6CAC1-0D42-4698-89DD-104320C5EFAC}">
      <dgm:prSet/>
      <dgm:spPr/>
      <dgm:t>
        <a:bodyPr/>
        <a:lstStyle/>
        <a:p>
          <a:pPr>
            <a:defRPr cap="all"/>
          </a:pPr>
          <a:r>
            <a:rPr lang="en-DE" b="1"/>
            <a:t>SQL Injection</a:t>
          </a:r>
          <a:endParaRPr lang="en-US"/>
        </a:p>
      </dgm:t>
    </dgm:pt>
    <dgm:pt modelId="{BFCF2D4F-1E11-4858-9F59-86C345909BFE}" type="parTrans" cxnId="{89332E76-14DA-49FA-B538-D0E24CAE2A2F}">
      <dgm:prSet/>
      <dgm:spPr/>
      <dgm:t>
        <a:bodyPr/>
        <a:lstStyle/>
        <a:p>
          <a:endParaRPr lang="en-US"/>
        </a:p>
      </dgm:t>
    </dgm:pt>
    <dgm:pt modelId="{F04096C1-8738-4C3B-80B7-14F9CF3022D7}" type="sibTrans" cxnId="{89332E76-14DA-49FA-B538-D0E24CAE2A2F}">
      <dgm:prSet/>
      <dgm:spPr/>
      <dgm:t>
        <a:bodyPr/>
        <a:lstStyle/>
        <a:p>
          <a:endParaRPr lang="en-US"/>
        </a:p>
      </dgm:t>
    </dgm:pt>
    <dgm:pt modelId="{A061A186-F963-4B18-B1E5-E2BB89974B01}">
      <dgm:prSet/>
      <dgm:spPr/>
      <dgm:t>
        <a:bodyPr/>
        <a:lstStyle/>
        <a:p>
          <a:pPr>
            <a:defRPr cap="all"/>
          </a:pPr>
          <a:r>
            <a:rPr lang="en-DE" b="1"/>
            <a:t>Brute force</a:t>
          </a:r>
          <a:endParaRPr lang="en-US"/>
        </a:p>
      </dgm:t>
    </dgm:pt>
    <dgm:pt modelId="{B16BDCCE-C0DD-43F7-B57D-F95A94FCC123}" type="parTrans" cxnId="{31CA79A9-1D3A-4CDF-BA0E-DFC554B3F11A}">
      <dgm:prSet/>
      <dgm:spPr/>
      <dgm:t>
        <a:bodyPr/>
        <a:lstStyle/>
        <a:p>
          <a:endParaRPr lang="en-US"/>
        </a:p>
      </dgm:t>
    </dgm:pt>
    <dgm:pt modelId="{1FB36393-1150-4C58-923B-3BCBD34A8367}" type="sibTrans" cxnId="{31CA79A9-1D3A-4CDF-BA0E-DFC554B3F11A}">
      <dgm:prSet/>
      <dgm:spPr/>
      <dgm:t>
        <a:bodyPr/>
        <a:lstStyle/>
        <a:p>
          <a:endParaRPr lang="en-US"/>
        </a:p>
      </dgm:t>
    </dgm:pt>
    <dgm:pt modelId="{177280EC-B62C-4F84-8000-5882149B2CB3}">
      <dgm:prSet/>
      <dgm:spPr/>
      <dgm:t>
        <a:bodyPr/>
        <a:lstStyle/>
        <a:p>
          <a:pPr>
            <a:defRPr cap="all"/>
          </a:pPr>
          <a:r>
            <a:rPr lang="en-DE" b="1"/>
            <a:t>Web Attack</a:t>
          </a:r>
          <a:endParaRPr lang="en-US"/>
        </a:p>
      </dgm:t>
    </dgm:pt>
    <dgm:pt modelId="{789FF60A-001D-4473-B5D2-0E642CA00246}" type="parTrans" cxnId="{840DD3EA-5AEC-4D43-BB93-B08907F8AB46}">
      <dgm:prSet/>
      <dgm:spPr/>
      <dgm:t>
        <a:bodyPr/>
        <a:lstStyle/>
        <a:p>
          <a:endParaRPr lang="en-US"/>
        </a:p>
      </dgm:t>
    </dgm:pt>
    <dgm:pt modelId="{733C64E4-1754-4494-9E07-D09D6CBE5F26}" type="sibTrans" cxnId="{840DD3EA-5AEC-4D43-BB93-B08907F8AB46}">
      <dgm:prSet/>
      <dgm:spPr/>
      <dgm:t>
        <a:bodyPr/>
        <a:lstStyle/>
        <a:p>
          <a:endParaRPr lang="en-US"/>
        </a:p>
      </dgm:t>
    </dgm:pt>
    <dgm:pt modelId="{1ACCA9AD-EABF-4306-A082-666009E29440}" type="pres">
      <dgm:prSet presAssocID="{A43243A9-AF17-4D6E-BD81-E1F2EB76D950}" presName="root" presStyleCnt="0">
        <dgm:presLayoutVars>
          <dgm:dir/>
          <dgm:resizeHandles val="exact"/>
        </dgm:presLayoutVars>
      </dgm:prSet>
      <dgm:spPr/>
    </dgm:pt>
    <dgm:pt modelId="{F76C1B53-BE41-44FB-9492-AEBA9C163E9A}" type="pres">
      <dgm:prSet presAssocID="{BAA6CAC1-0D42-4698-89DD-104320C5EFAC}" presName="compNode" presStyleCnt="0"/>
      <dgm:spPr/>
    </dgm:pt>
    <dgm:pt modelId="{B18295FD-7D04-4843-97D3-1B9A313DDE47}" type="pres">
      <dgm:prSet presAssocID="{BAA6CAC1-0D42-4698-89DD-104320C5EFAC}" presName="iconBgRect" presStyleLbl="bgShp" presStyleIdx="0" presStyleCnt="3"/>
      <dgm:spPr/>
    </dgm:pt>
    <dgm:pt modelId="{D22942CD-3E33-4554-B5C8-F74CB475C324}" type="pres">
      <dgm:prSet presAssocID="{BAA6CAC1-0D42-4698-89DD-104320C5EF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2B5ECD15-A21D-47FC-A0AE-34271CFE6A97}" type="pres">
      <dgm:prSet presAssocID="{BAA6CAC1-0D42-4698-89DD-104320C5EFAC}" presName="spaceRect" presStyleCnt="0"/>
      <dgm:spPr/>
    </dgm:pt>
    <dgm:pt modelId="{641B5E94-1FDA-4C71-A669-D8030D7C30C2}" type="pres">
      <dgm:prSet presAssocID="{BAA6CAC1-0D42-4698-89DD-104320C5EFAC}" presName="textRect" presStyleLbl="revTx" presStyleIdx="0" presStyleCnt="3">
        <dgm:presLayoutVars>
          <dgm:chMax val="1"/>
          <dgm:chPref val="1"/>
        </dgm:presLayoutVars>
      </dgm:prSet>
      <dgm:spPr/>
    </dgm:pt>
    <dgm:pt modelId="{1ECAF0C1-8E6F-48DD-9461-AF139414CC32}" type="pres">
      <dgm:prSet presAssocID="{F04096C1-8738-4C3B-80B7-14F9CF3022D7}" presName="sibTrans" presStyleCnt="0"/>
      <dgm:spPr/>
    </dgm:pt>
    <dgm:pt modelId="{A3AF4C14-43B8-4A7A-8BE6-B29C2B510077}" type="pres">
      <dgm:prSet presAssocID="{A061A186-F963-4B18-B1E5-E2BB89974B01}" presName="compNode" presStyleCnt="0"/>
      <dgm:spPr/>
    </dgm:pt>
    <dgm:pt modelId="{968A3D90-927D-408A-8AED-C0536373DEB2}" type="pres">
      <dgm:prSet presAssocID="{A061A186-F963-4B18-B1E5-E2BB89974B01}" presName="iconBgRect" presStyleLbl="bgShp" presStyleIdx="1" presStyleCnt="3"/>
      <dgm:spPr/>
    </dgm:pt>
    <dgm:pt modelId="{DC178FAF-967C-4C1A-AB4D-CD6B8F571944}" type="pres">
      <dgm:prSet presAssocID="{A061A186-F963-4B18-B1E5-E2BB89974B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AFAB4F41-E74D-4F69-89DF-C739590608B8}" type="pres">
      <dgm:prSet presAssocID="{A061A186-F963-4B18-B1E5-E2BB89974B01}" presName="spaceRect" presStyleCnt="0"/>
      <dgm:spPr/>
    </dgm:pt>
    <dgm:pt modelId="{FDE8FBEC-F67A-46D2-AD55-D71BC7E5057D}" type="pres">
      <dgm:prSet presAssocID="{A061A186-F963-4B18-B1E5-E2BB89974B01}" presName="textRect" presStyleLbl="revTx" presStyleIdx="1" presStyleCnt="3">
        <dgm:presLayoutVars>
          <dgm:chMax val="1"/>
          <dgm:chPref val="1"/>
        </dgm:presLayoutVars>
      </dgm:prSet>
      <dgm:spPr/>
    </dgm:pt>
    <dgm:pt modelId="{79FA4157-5691-4FD8-A2EB-3856F085B270}" type="pres">
      <dgm:prSet presAssocID="{1FB36393-1150-4C58-923B-3BCBD34A8367}" presName="sibTrans" presStyleCnt="0"/>
      <dgm:spPr/>
    </dgm:pt>
    <dgm:pt modelId="{9374D3A7-9A96-408C-8DB2-806138F7A191}" type="pres">
      <dgm:prSet presAssocID="{177280EC-B62C-4F84-8000-5882149B2CB3}" presName="compNode" presStyleCnt="0"/>
      <dgm:spPr/>
    </dgm:pt>
    <dgm:pt modelId="{A917E753-2A40-4820-8BB0-807A07C0B6F9}" type="pres">
      <dgm:prSet presAssocID="{177280EC-B62C-4F84-8000-5882149B2CB3}" presName="iconBgRect" presStyleLbl="bgShp" presStyleIdx="2" presStyleCnt="3"/>
      <dgm:spPr/>
    </dgm:pt>
    <dgm:pt modelId="{AEC260ED-8B62-4A7F-BEBD-9525CF48CDA6}" type="pres">
      <dgm:prSet presAssocID="{177280EC-B62C-4F84-8000-5882149B2C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0D3E187-DAFB-4756-9E0E-05291F095CD3}" type="pres">
      <dgm:prSet presAssocID="{177280EC-B62C-4F84-8000-5882149B2CB3}" presName="spaceRect" presStyleCnt="0"/>
      <dgm:spPr/>
    </dgm:pt>
    <dgm:pt modelId="{CC6F3913-0C73-48F6-9874-74A70EAB0D04}" type="pres">
      <dgm:prSet presAssocID="{177280EC-B62C-4F84-8000-5882149B2C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E53D30-079A-4DDA-A0DB-7FA1744330CC}" type="presOf" srcId="{A061A186-F963-4B18-B1E5-E2BB89974B01}" destId="{FDE8FBEC-F67A-46D2-AD55-D71BC7E5057D}" srcOrd="0" destOrd="0" presId="urn:microsoft.com/office/officeart/2018/5/layout/IconCircleLabelList"/>
    <dgm:cxn modelId="{F16F826A-7B85-49E6-9EB5-51042B467451}" type="presOf" srcId="{177280EC-B62C-4F84-8000-5882149B2CB3}" destId="{CC6F3913-0C73-48F6-9874-74A70EAB0D04}" srcOrd="0" destOrd="0" presId="urn:microsoft.com/office/officeart/2018/5/layout/IconCircleLabelList"/>
    <dgm:cxn modelId="{89332E76-14DA-49FA-B538-D0E24CAE2A2F}" srcId="{A43243A9-AF17-4D6E-BD81-E1F2EB76D950}" destId="{BAA6CAC1-0D42-4698-89DD-104320C5EFAC}" srcOrd="0" destOrd="0" parTransId="{BFCF2D4F-1E11-4858-9F59-86C345909BFE}" sibTransId="{F04096C1-8738-4C3B-80B7-14F9CF3022D7}"/>
    <dgm:cxn modelId="{F596DC85-4FB6-4808-AD2C-E502C5E9FD95}" type="presOf" srcId="{A43243A9-AF17-4D6E-BD81-E1F2EB76D950}" destId="{1ACCA9AD-EABF-4306-A082-666009E29440}" srcOrd="0" destOrd="0" presId="urn:microsoft.com/office/officeart/2018/5/layout/IconCircleLabelList"/>
    <dgm:cxn modelId="{31CA79A9-1D3A-4CDF-BA0E-DFC554B3F11A}" srcId="{A43243A9-AF17-4D6E-BD81-E1F2EB76D950}" destId="{A061A186-F963-4B18-B1E5-E2BB89974B01}" srcOrd="1" destOrd="0" parTransId="{B16BDCCE-C0DD-43F7-B57D-F95A94FCC123}" sibTransId="{1FB36393-1150-4C58-923B-3BCBD34A8367}"/>
    <dgm:cxn modelId="{DC5777BF-80D3-4C77-B936-33C105053844}" type="presOf" srcId="{BAA6CAC1-0D42-4698-89DD-104320C5EFAC}" destId="{641B5E94-1FDA-4C71-A669-D8030D7C30C2}" srcOrd="0" destOrd="0" presId="urn:microsoft.com/office/officeart/2018/5/layout/IconCircleLabelList"/>
    <dgm:cxn modelId="{840DD3EA-5AEC-4D43-BB93-B08907F8AB46}" srcId="{A43243A9-AF17-4D6E-BD81-E1F2EB76D950}" destId="{177280EC-B62C-4F84-8000-5882149B2CB3}" srcOrd="2" destOrd="0" parTransId="{789FF60A-001D-4473-B5D2-0E642CA00246}" sibTransId="{733C64E4-1754-4494-9E07-D09D6CBE5F26}"/>
    <dgm:cxn modelId="{7BD4CC93-67C2-4C62-A2C0-2FFFA61F72E0}" type="presParOf" srcId="{1ACCA9AD-EABF-4306-A082-666009E29440}" destId="{F76C1B53-BE41-44FB-9492-AEBA9C163E9A}" srcOrd="0" destOrd="0" presId="urn:microsoft.com/office/officeart/2018/5/layout/IconCircleLabelList"/>
    <dgm:cxn modelId="{E09FF843-B37D-4836-BA41-A800AF1D5C29}" type="presParOf" srcId="{F76C1B53-BE41-44FB-9492-AEBA9C163E9A}" destId="{B18295FD-7D04-4843-97D3-1B9A313DDE47}" srcOrd="0" destOrd="0" presId="urn:microsoft.com/office/officeart/2018/5/layout/IconCircleLabelList"/>
    <dgm:cxn modelId="{D248A0A6-B4DB-4DF8-ADBD-4DAFFBDEBC59}" type="presParOf" srcId="{F76C1B53-BE41-44FB-9492-AEBA9C163E9A}" destId="{D22942CD-3E33-4554-B5C8-F74CB475C324}" srcOrd="1" destOrd="0" presId="urn:microsoft.com/office/officeart/2018/5/layout/IconCircleLabelList"/>
    <dgm:cxn modelId="{6A279D52-957D-4A57-8ECB-94FF32E48D83}" type="presParOf" srcId="{F76C1B53-BE41-44FB-9492-AEBA9C163E9A}" destId="{2B5ECD15-A21D-47FC-A0AE-34271CFE6A97}" srcOrd="2" destOrd="0" presId="urn:microsoft.com/office/officeart/2018/5/layout/IconCircleLabelList"/>
    <dgm:cxn modelId="{A019ACA0-66C3-432F-8492-13AACC370F01}" type="presParOf" srcId="{F76C1B53-BE41-44FB-9492-AEBA9C163E9A}" destId="{641B5E94-1FDA-4C71-A669-D8030D7C30C2}" srcOrd="3" destOrd="0" presId="urn:microsoft.com/office/officeart/2018/5/layout/IconCircleLabelList"/>
    <dgm:cxn modelId="{A6943424-FBC3-44ED-9A98-A15B699E1584}" type="presParOf" srcId="{1ACCA9AD-EABF-4306-A082-666009E29440}" destId="{1ECAF0C1-8E6F-48DD-9461-AF139414CC32}" srcOrd="1" destOrd="0" presId="urn:microsoft.com/office/officeart/2018/5/layout/IconCircleLabelList"/>
    <dgm:cxn modelId="{41096FB9-FB3A-4B14-AB27-F7530E36D477}" type="presParOf" srcId="{1ACCA9AD-EABF-4306-A082-666009E29440}" destId="{A3AF4C14-43B8-4A7A-8BE6-B29C2B510077}" srcOrd="2" destOrd="0" presId="urn:microsoft.com/office/officeart/2018/5/layout/IconCircleLabelList"/>
    <dgm:cxn modelId="{1613A016-359D-473C-8537-06A616997151}" type="presParOf" srcId="{A3AF4C14-43B8-4A7A-8BE6-B29C2B510077}" destId="{968A3D90-927D-408A-8AED-C0536373DEB2}" srcOrd="0" destOrd="0" presId="urn:microsoft.com/office/officeart/2018/5/layout/IconCircleLabelList"/>
    <dgm:cxn modelId="{9912B0A8-A18B-43DC-82E4-41C8CBC71EB9}" type="presParOf" srcId="{A3AF4C14-43B8-4A7A-8BE6-B29C2B510077}" destId="{DC178FAF-967C-4C1A-AB4D-CD6B8F571944}" srcOrd="1" destOrd="0" presId="urn:microsoft.com/office/officeart/2018/5/layout/IconCircleLabelList"/>
    <dgm:cxn modelId="{19144248-9D86-4731-8E18-76C00C3FD473}" type="presParOf" srcId="{A3AF4C14-43B8-4A7A-8BE6-B29C2B510077}" destId="{AFAB4F41-E74D-4F69-89DF-C739590608B8}" srcOrd="2" destOrd="0" presId="urn:microsoft.com/office/officeart/2018/5/layout/IconCircleLabelList"/>
    <dgm:cxn modelId="{A8C4A83B-1181-43F9-A817-EFE58AA00A58}" type="presParOf" srcId="{A3AF4C14-43B8-4A7A-8BE6-B29C2B510077}" destId="{FDE8FBEC-F67A-46D2-AD55-D71BC7E5057D}" srcOrd="3" destOrd="0" presId="urn:microsoft.com/office/officeart/2018/5/layout/IconCircleLabelList"/>
    <dgm:cxn modelId="{6252DF3D-877C-471C-AD50-38445BFE8442}" type="presParOf" srcId="{1ACCA9AD-EABF-4306-A082-666009E29440}" destId="{79FA4157-5691-4FD8-A2EB-3856F085B270}" srcOrd="3" destOrd="0" presId="urn:microsoft.com/office/officeart/2018/5/layout/IconCircleLabelList"/>
    <dgm:cxn modelId="{7FBFE324-60E0-4AC4-9502-04220A73D87D}" type="presParOf" srcId="{1ACCA9AD-EABF-4306-A082-666009E29440}" destId="{9374D3A7-9A96-408C-8DB2-806138F7A191}" srcOrd="4" destOrd="0" presId="urn:microsoft.com/office/officeart/2018/5/layout/IconCircleLabelList"/>
    <dgm:cxn modelId="{DEB4E70E-0BE0-4737-B96B-0F6C8C1EBC12}" type="presParOf" srcId="{9374D3A7-9A96-408C-8DB2-806138F7A191}" destId="{A917E753-2A40-4820-8BB0-807A07C0B6F9}" srcOrd="0" destOrd="0" presId="urn:microsoft.com/office/officeart/2018/5/layout/IconCircleLabelList"/>
    <dgm:cxn modelId="{5A763E5F-C558-4506-92E2-D7282A4E003C}" type="presParOf" srcId="{9374D3A7-9A96-408C-8DB2-806138F7A191}" destId="{AEC260ED-8B62-4A7F-BEBD-9525CF48CDA6}" srcOrd="1" destOrd="0" presId="urn:microsoft.com/office/officeart/2018/5/layout/IconCircleLabelList"/>
    <dgm:cxn modelId="{9FD51137-6B1B-4B8E-98AE-468379973665}" type="presParOf" srcId="{9374D3A7-9A96-408C-8DB2-806138F7A191}" destId="{10D3E187-DAFB-4756-9E0E-05291F095CD3}" srcOrd="2" destOrd="0" presId="urn:microsoft.com/office/officeart/2018/5/layout/IconCircleLabelList"/>
    <dgm:cxn modelId="{729FE000-8137-43FB-9835-F1C5E9DDA168}" type="presParOf" srcId="{9374D3A7-9A96-408C-8DB2-806138F7A191}" destId="{CC6F3913-0C73-48F6-9874-74A70EAB0D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B439E5-2CBB-4B98-B0B0-CFA76BDD88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05AF6AC-8EB9-4783-9BC2-CDA35140F14D}">
      <dgm:prSet/>
      <dgm:spPr/>
      <dgm:t>
        <a:bodyPr/>
        <a:lstStyle/>
        <a:p>
          <a:r>
            <a:rPr lang="en-US"/>
            <a:t>Defense in Depth funktioniert 4 Layer → 4 Chancen zu blockieren Kein Single Point of Failure</a:t>
          </a:r>
        </a:p>
      </dgm:t>
    </dgm:pt>
    <dgm:pt modelId="{478FBBCB-34A2-43C8-8AC9-076CD9149BD6}" type="parTrans" cxnId="{5EA91B57-A8DC-4F6C-88C6-8D4205D5E29B}">
      <dgm:prSet/>
      <dgm:spPr/>
      <dgm:t>
        <a:bodyPr/>
        <a:lstStyle/>
        <a:p>
          <a:endParaRPr lang="en-US"/>
        </a:p>
      </dgm:t>
    </dgm:pt>
    <dgm:pt modelId="{D32894F4-486C-4342-9F77-2EAF80CE1F85}" type="sibTrans" cxnId="{5EA91B57-A8DC-4F6C-88C6-8D4205D5E29B}">
      <dgm:prSet/>
      <dgm:spPr/>
      <dgm:t>
        <a:bodyPr/>
        <a:lstStyle/>
        <a:p>
          <a:endParaRPr lang="en-US"/>
        </a:p>
      </dgm:t>
    </dgm:pt>
    <dgm:pt modelId="{15D496CF-1046-410E-BEA5-C50A046B3723}">
      <dgm:prSet/>
      <dgm:spPr/>
      <dgm:t>
        <a:bodyPr/>
        <a:lstStyle/>
        <a:p>
          <a:r>
            <a:rPr lang="en-US"/>
            <a:t>3 Scripts → komplette DMZ in 5 Minuten Reproduzierbar, kein Config Drift, Automation ist essentiell</a:t>
          </a:r>
        </a:p>
      </dgm:t>
    </dgm:pt>
    <dgm:pt modelId="{3165FE72-F1F5-45C7-9EEA-291E71CC15DB}" type="parTrans" cxnId="{2576822D-5AE7-490E-A339-F889576EA78C}">
      <dgm:prSet/>
      <dgm:spPr/>
      <dgm:t>
        <a:bodyPr/>
        <a:lstStyle/>
        <a:p>
          <a:endParaRPr lang="en-US"/>
        </a:p>
      </dgm:t>
    </dgm:pt>
    <dgm:pt modelId="{B0AE752C-BCCE-4562-9F3F-AB2C665801F7}" type="sibTrans" cxnId="{2576822D-5AE7-490E-A339-F889576EA78C}">
      <dgm:prSet/>
      <dgm:spPr/>
      <dgm:t>
        <a:bodyPr/>
        <a:lstStyle/>
        <a:p>
          <a:endParaRPr lang="en-US"/>
        </a:p>
      </dgm:t>
    </dgm:pt>
    <dgm:pt modelId="{0F6980F2-7506-4D5A-BF56-10590E39DE71}">
      <dgm:prSet/>
      <dgm:spPr/>
      <dgm:t>
        <a:bodyPr/>
        <a:lstStyle/>
        <a:p>
          <a:r>
            <a:rPr lang="en-US"/>
            <a:t>7 Agents, 1 Dashboard Real-time Visibility, SIEM macht Sicherheit messbar, Containerlab ideal für Netzwerk-Labs</a:t>
          </a:r>
        </a:p>
      </dgm:t>
    </dgm:pt>
    <dgm:pt modelId="{78F72921-4EA8-42C3-916C-56F8E1B98E03}" type="parTrans" cxnId="{C70612B6-B64D-4E4F-BD39-37EC0D60BBBA}">
      <dgm:prSet/>
      <dgm:spPr/>
      <dgm:t>
        <a:bodyPr/>
        <a:lstStyle/>
        <a:p>
          <a:endParaRPr lang="en-US"/>
        </a:p>
      </dgm:t>
    </dgm:pt>
    <dgm:pt modelId="{824A725B-F738-4F54-83CE-FADEA05596EB}" type="sibTrans" cxnId="{C70612B6-B64D-4E4F-BD39-37EC0D60BBBA}">
      <dgm:prSet/>
      <dgm:spPr/>
      <dgm:t>
        <a:bodyPr/>
        <a:lstStyle/>
        <a:p>
          <a:endParaRPr lang="en-US"/>
        </a:p>
      </dgm:t>
    </dgm:pt>
    <dgm:pt modelId="{3C43E5B5-5BE9-40CF-9235-A9805794FD39}" type="pres">
      <dgm:prSet presAssocID="{11B439E5-2CBB-4B98-B0B0-CFA76BDD88F4}" presName="root" presStyleCnt="0">
        <dgm:presLayoutVars>
          <dgm:dir/>
          <dgm:resizeHandles val="exact"/>
        </dgm:presLayoutVars>
      </dgm:prSet>
      <dgm:spPr/>
    </dgm:pt>
    <dgm:pt modelId="{FEEF3336-789F-41D0-AE3F-1AD1ED289A32}" type="pres">
      <dgm:prSet presAssocID="{405AF6AC-8EB9-4783-9BC2-CDA35140F14D}" presName="compNode" presStyleCnt="0"/>
      <dgm:spPr/>
    </dgm:pt>
    <dgm:pt modelId="{42EEBC9F-EF8E-49B0-94D0-83EC3F77D053}" type="pres">
      <dgm:prSet presAssocID="{405AF6AC-8EB9-4783-9BC2-CDA35140F1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EFB9CE85-1800-4B39-9E7A-175C7FF61617}" type="pres">
      <dgm:prSet presAssocID="{405AF6AC-8EB9-4783-9BC2-CDA35140F14D}" presName="spaceRect" presStyleCnt="0"/>
      <dgm:spPr/>
    </dgm:pt>
    <dgm:pt modelId="{D08022DE-A4EB-4212-92E2-6E35F2868DF5}" type="pres">
      <dgm:prSet presAssocID="{405AF6AC-8EB9-4783-9BC2-CDA35140F14D}" presName="textRect" presStyleLbl="revTx" presStyleIdx="0" presStyleCnt="3">
        <dgm:presLayoutVars>
          <dgm:chMax val="1"/>
          <dgm:chPref val="1"/>
        </dgm:presLayoutVars>
      </dgm:prSet>
      <dgm:spPr/>
    </dgm:pt>
    <dgm:pt modelId="{F52AB555-CF92-401A-BC60-21493EC37E88}" type="pres">
      <dgm:prSet presAssocID="{D32894F4-486C-4342-9F77-2EAF80CE1F85}" presName="sibTrans" presStyleCnt="0"/>
      <dgm:spPr/>
    </dgm:pt>
    <dgm:pt modelId="{CC2D0527-52AB-431E-922C-B8F4231F72E3}" type="pres">
      <dgm:prSet presAssocID="{15D496CF-1046-410E-BEA5-C50A046B3723}" presName="compNode" presStyleCnt="0"/>
      <dgm:spPr/>
    </dgm:pt>
    <dgm:pt modelId="{5DE3309C-3C39-4126-B715-D3F7560A6045}" type="pres">
      <dgm:prSet presAssocID="{15D496CF-1046-410E-BEA5-C50A046B37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EDD365ED-D709-4022-9DD2-8459229E9DF3}" type="pres">
      <dgm:prSet presAssocID="{15D496CF-1046-410E-BEA5-C50A046B3723}" presName="spaceRect" presStyleCnt="0"/>
      <dgm:spPr/>
    </dgm:pt>
    <dgm:pt modelId="{BB727E2D-8455-45D5-886A-DBD32ED369EF}" type="pres">
      <dgm:prSet presAssocID="{15D496CF-1046-410E-BEA5-C50A046B3723}" presName="textRect" presStyleLbl="revTx" presStyleIdx="1" presStyleCnt="3">
        <dgm:presLayoutVars>
          <dgm:chMax val="1"/>
          <dgm:chPref val="1"/>
        </dgm:presLayoutVars>
      </dgm:prSet>
      <dgm:spPr/>
    </dgm:pt>
    <dgm:pt modelId="{9AD02CBF-6661-4547-8C87-025C2F2DDFEA}" type="pres">
      <dgm:prSet presAssocID="{B0AE752C-BCCE-4562-9F3F-AB2C665801F7}" presName="sibTrans" presStyleCnt="0"/>
      <dgm:spPr/>
    </dgm:pt>
    <dgm:pt modelId="{5ED735AC-21D8-41A0-A735-C0E9AC2BFF03}" type="pres">
      <dgm:prSet presAssocID="{0F6980F2-7506-4D5A-BF56-10590E39DE71}" presName="compNode" presStyleCnt="0"/>
      <dgm:spPr/>
    </dgm:pt>
    <dgm:pt modelId="{7473DFBD-E211-4FEA-A3B8-DCEF5E312DAC}" type="pres">
      <dgm:prSet presAssocID="{0F6980F2-7506-4D5A-BF56-10590E39DE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"/>
        </a:ext>
      </dgm:extLst>
    </dgm:pt>
    <dgm:pt modelId="{61BD50E8-3FD7-4414-A2E4-6ED169F26E4A}" type="pres">
      <dgm:prSet presAssocID="{0F6980F2-7506-4D5A-BF56-10590E39DE71}" presName="spaceRect" presStyleCnt="0"/>
      <dgm:spPr/>
    </dgm:pt>
    <dgm:pt modelId="{9840EC50-697E-453D-964B-61EF32C90F27}" type="pres">
      <dgm:prSet presAssocID="{0F6980F2-7506-4D5A-BF56-10590E39DE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576822D-5AE7-490E-A339-F889576EA78C}" srcId="{11B439E5-2CBB-4B98-B0B0-CFA76BDD88F4}" destId="{15D496CF-1046-410E-BEA5-C50A046B3723}" srcOrd="1" destOrd="0" parTransId="{3165FE72-F1F5-45C7-9EEA-291E71CC15DB}" sibTransId="{B0AE752C-BCCE-4562-9F3F-AB2C665801F7}"/>
    <dgm:cxn modelId="{5EA91B57-A8DC-4F6C-88C6-8D4205D5E29B}" srcId="{11B439E5-2CBB-4B98-B0B0-CFA76BDD88F4}" destId="{405AF6AC-8EB9-4783-9BC2-CDA35140F14D}" srcOrd="0" destOrd="0" parTransId="{478FBBCB-34A2-43C8-8AC9-076CD9149BD6}" sibTransId="{D32894F4-486C-4342-9F77-2EAF80CE1F85}"/>
    <dgm:cxn modelId="{E881D386-708A-4B91-8D02-14E10FB1E603}" type="presOf" srcId="{405AF6AC-8EB9-4783-9BC2-CDA35140F14D}" destId="{D08022DE-A4EB-4212-92E2-6E35F2868DF5}" srcOrd="0" destOrd="0" presId="urn:microsoft.com/office/officeart/2018/2/layout/IconLabelList"/>
    <dgm:cxn modelId="{F7D8CB98-69B8-4F80-A721-1D7FB3CCA22A}" type="presOf" srcId="{11B439E5-2CBB-4B98-B0B0-CFA76BDD88F4}" destId="{3C43E5B5-5BE9-40CF-9235-A9805794FD39}" srcOrd="0" destOrd="0" presId="urn:microsoft.com/office/officeart/2018/2/layout/IconLabelList"/>
    <dgm:cxn modelId="{A6D08CA0-3372-4A26-95B1-59B38CA67CD5}" type="presOf" srcId="{15D496CF-1046-410E-BEA5-C50A046B3723}" destId="{BB727E2D-8455-45D5-886A-DBD32ED369EF}" srcOrd="0" destOrd="0" presId="urn:microsoft.com/office/officeart/2018/2/layout/IconLabelList"/>
    <dgm:cxn modelId="{A0D0FBAD-4022-4EEE-BFB5-1CAC0DD9365B}" type="presOf" srcId="{0F6980F2-7506-4D5A-BF56-10590E39DE71}" destId="{9840EC50-697E-453D-964B-61EF32C90F27}" srcOrd="0" destOrd="0" presId="urn:microsoft.com/office/officeart/2018/2/layout/IconLabelList"/>
    <dgm:cxn modelId="{C70612B6-B64D-4E4F-BD39-37EC0D60BBBA}" srcId="{11B439E5-2CBB-4B98-B0B0-CFA76BDD88F4}" destId="{0F6980F2-7506-4D5A-BF56-10590E39DE71}" srcOrd="2" destOrd="0" parTransId="{78F72921-4EA8-42C3-916C-56F8E1B98E03}" sibTransId="{824A725B-F738-4F54-83CE-FADEA05596EB}"/>
    <dgm:cxn modelId="{96633C83-3C46-4C31-AA13-5AC5134B3008}" type="presParOf" srcId="{3C43E5B5-5BE9-40CF-9235-A9805794FD39}" destId="{FEEF3336-789F-41D0-AE3F-1AD1ED289A32}" srcOrd="0" destOrd="0" presId="urn:microsoft.com/office/officeart/2018/2/layout/IconLabelList"/>
    <dgm:cxn modelId="{2547310F-6B94-4826-B965-6B9ED8650769}" type="presParOf" srcId="{FEEF3336-789F-41D0-AE3F-1AD1ED289A32}" destId="{42EEBC9F-EF8E-49B0-94D0-83EC3F77D053}" srcOrd="0" destOrd="0" presId="urn:microsoft.com/office/officeart/2018/2/layout/IconLabelList"/>
    <dgm:cxn modelId="{D4EAF8AD-646B-43CA-B765-765E65983732}" type="presParOf" srcId="{FEEF3336-789F-41D0-AE3F-1AD1ED289A32}" destId="{EFB9CE85-1800-4B39-9E7A-175C7FF61617}" srcOrd="1" destOrd="0" presId="urn:microsoft.com/office/officeart/2018/2/layout/IconLabelList"/>
    <dgm:cxn modelId="{C6E02EA1-4191-4EB8-BCC5-7DF38B29F6D8}" type="presParOf" srcId="{FEEF3336-789F-41D0-AE3F-1AD1ED289A32}" destId="{D08022DE-A4EB-4212-92E2-6E35F2868DF5}" srcOrd="2" destOrd="0" presId="urn:microsoft.com/office/officeart/2018/2/layout/IconLabelList"/>
    <dgm:cxn modelId="{93DA4B4E-C910-4B1F-8D77-D9121846B357}" type="presParOf" srcId="{3C43E5B5-5BE9-40CF-9235-A9805794FD39}" destId="{F52AB555-CF92-401A-BC60-21493EC37E88}" srcOrd="1" destOrd="0" presId="urn:microsoft.com/office/officeart/2018/2/layout/IconLabelList"/>
    <dgm:cxn modelId="{BA28F150-E7FE-4BB7-ABCC-DF9DFF571524}" type="presParOf" srcId="{3C43E5B5-5BE9-40CF-9235-A9805794FD39}" destId="{CC2D0527-52AB-431E-922C-B8F4231F72E3}" srcOrd="2" destOrd="0" presId="urn:microsoft.com/office/officeart/2018/2/layout/IconLabelList"/>
    <dgm:cxn modelId="{CE3A0892-418F-49F7-935C-3AE7279B6A91}" type="presParOf" srcId="{CC2D0527-52AB-431E-922C-B8F4231F72E3}" destId="{5DE3309C-3C39-4126-B715-D3F7560A6045}" srcOrd="0" destOrd="0" presId="urn:microsoft.com/office/officeart/2018/2/layout/IconLabelList"/>
    <dgm:cxn modelId="{04B0A7E8-86DE-4D40-842C-226C37D4B0A5}" type="presParOf" srcId="{CC2D0527-52AB-431E-922C-B8F4231F72E3}" destId="{EDD365ED-D709-4022-9DD2-8459229E9DF3}" srcOrd="1" destOrd="0" presId="urn:microsoft.com/office/officeart/2018/2/layout/IconLabelList"/>
    <dgm:cxn modelId="{3E3D59E6-5517-470A-948E-A1E2BA607673}" type="presParOf" srcId="{CC2D0527-52AB-431E-922C-B8F4231F72E3}" destId="{BB727E2D-8455-45D5-886A-DBD32ED369EF}" srcOrd="2" destOrd="0" presId="urn:microsoft.com/office/officeart/2018/2/layout/IconLabelList"/>
    <dgm:cxn modelId="{694A84FE-FBEE-449F-91C1-9391065A1729}" type="presParOf" srcId="{3C43E5B5-5BE9-40CF-9235-A9805794FD39}" destId="{9AD02CBF-6661-4547-8C87-025C2F2DDFEA}" srcOrd="3" destOrd="0" presId="urn:microsoft.com/office/officeart/2018/2/layout/IconLabelList"/>
    <dgm:cxn modelId="{CE906D7D-81B5-4A8D-B684-A1196BEC81E9}" type="presParOf" srcId="{3C43E5B5-5BE9-40CF-9235-A9805794FD39}" destId="{5ED735AC-21D8-41A0-A735-C0E9AC2BFF03}" srcOrd="4" destOrd="0" presId="urn:microsoft.com/office/officeart/2018/2/layout/IconLabelList"/>
    <dgm:cxn modelId="{ACB29825-D0B6-4317-8204-714203D22607}" type="presParOf" srcId="{5ED735AC-21D8-41A0-A735-C0E9AC2BFF03}" destId="{7473DFBD-E211-4FEA-A3B8-DCEF5E312DAC}" srcOrd="0" destOrd="0" presId="urn:microsoft.com/office/officeart/2018/2/layout/IconLabelList"/>
    <dgm:cxn modelId="{109A6967-B33B-4004-B9F8-67DF63F2CF87}" type="presParOf" srcId="{5ED735AC-21D8-41A0-A735-C0E9AC2BFF03}" destId="{61BD50E8-3FD7-4414-A2E4-6ED169F26E4A}" srcOrd="1" destOrd="0" presId="urn:microsoft.com/office/officeart/2018/2/layout/IconLabelList"/>
    <dgm:cxn modelId="{A248A18A-1BE6-47E0-B010-F04E53CF5040}" type="presParOf" srcId="{5ED735AC-21D8-41A0-A735-C0E9AC2BFF03}" destId="{9840EC50-697E-453D-964B-61EF32C90F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2B660-3740-4441-A1AE-578231294B2F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BF200-1513-49F1-984E-5992590825D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73 % aller Unternehmen nutzen DMZ-Architekturen</a:t>
          </a:r>
          <a:endParaRPr lang="en-US" sz="2800" kern="1200"/>
        </a:p>
      </dsp:txBody>
      <dsp:txXfrm>
        <a:off x="398656" y="1088253"/>
        <a:ext cx="2959127" cy="1837317"/>
      </dsp:txXfrm>
    </dsp:sp>
    <dsp:sp modelId="{0502D026-4508-4DBA-8F77-FC9F0355404B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FF797-7958-452A-A4D3-7916DEFFF6B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Öffentliche Dienste sind 24/7 Angriffen ausgesetzt</a:t>
          </a:r>
          <a:endParaRPr lang="en-US" sz="2800" kern="1200"/>
        </a:p>
      </dsp:txBody>
      <dsp:txXfrm>
        <a:off x="4155097" y="1088253"/>
        <a:ext cx="2959127" cy="1837317"/>
      </dsp:txXfrm>
    </dsp:sp>
    <dsp:sp modelId="{B9F43851-8A1D-4101-9175-034339C2666A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0D335-81F7-440D-AF63-58610DEC6839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Traditonelle Firewall ist unzureichend</a:t>
          </a:r>
          <a:endParaRPr lang="en-US" sz="28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46490-62FB-4D4D-ADDD-10583ADDC133}">
      <dsp:nvSpPr>
        <dsp:cNvPr id="0" name=""/>
        <dsp:cNvSpPr/>
      </dsp:nvSpPr>
      <dsp:spPr>
        <a:xfrm>
          <a:off x="952575" y="242067"/>
          <a:ext cx="3284919" cy="3284919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Technologie-Stack:</a:t>
          </a:r>
        </a:p>
      </dsp:txBody>
      <dsp:txXfrm>
        <a:off x="2666208" y="794246"/>
        <a:ext cx="1055866" cy="703911"/>
      </dsp:txXfrm>
    </dsp:sp>
    <dsp:sp modelId="{EEB52387-F8B5-46E1-ACEE-BF8D6CCE7E62}">
      <dsp:nvSpPr>
        <dsp:cNvPr id="0" name=""/>
        <dsp:cNvSpPr/>
      </dsp:nvSpPr>
      <dsp:spPr>
        <a:xfrm>
          <a:off x="980732" y="329665"/>
          <a:ext cx="3284919" cy="3284919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Containerlab (Network Emulation)</a:t>
          </a:r>
        </a:p>
      </dsp:txBody>
      <dsp:txXfrm>
        <a:off x="3096376" y="1830560"/>
        <a:ext cx="977654" cy="782123"/>
      </dsp:txXfrm>
    </dsp:sp>
    <dsp:sp modelId="{8EDC1094-88C6-4165-9919-4DC4FCC4C49A}">
      <dsp:nvSpPr>
        <dsp:cNvPr id="0" name=""/>
        <dsp:cNvSpPr/>
      </dsp:nvSpPr>
      <dsp:spPr>
        <a:xfrm>
          <a:off x="906430" y="383631"/>
          <a:ext cx="3284919" cy="3284919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Wazuh SIEM</a:t>
          </a:r>
        </a:p>
      </dsp:txBody>
      <dsp:txXfrm>
        <a:off x="2079615" y="2690896"/>
        <a:ext cx="938548" cy="860335"/>
      </dsp:txXfrm>
    </dsp:sp>
    <dsp:sp modelId="{BF6F1C4C-3A84-44DA-8A7B-517A433491A2}">
      <dsp:nvSpPr>
        <dsp:cNvPr id="0" name=""/>
        <dsp:cNvSpPr/>
      </dsp:nvSpPr>
      <dsp:spPr>
        <a:xfrm>
          <a:off x="832128" y="329665"/>
          <a:ext cx="3284919" cy="3284919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Suricata IDS</a:t>
          </a:r>
        </a:p>
      </dsp:txBody>
      <dsp:txXfrm>
        <a:off x="1023748" y="1830560"/>
        <a:ext cx="977654" cy="782123"/>
      </dsp:txXfrm>
    </dsp:sp>
    <dsp:sp modelId="{6EC2B245-9748-4A84-B8DA-EEA25ED0E3B7}">
      <dsp:nvSpPr>
        <dsp:cNvPr id="0" name=""/>
        <dsp:cNvSpPr/>
      </dsp:nvSpPr>
      <dsp:spPr>
        <a:xfrm>
          <a:off x="860285" y="242067"/>
          <a:ext cx="3284919" cy="3284919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ModSecurity WAF</a:t>
          </a:r>
        </a:p>
      </dsp:txBody>
      <dsp:txXfrm>
        <a:off x="1375704" y="794246"/>
        <a:ext cx="1055866" cy="703911"/>
      </dsp:txXfrm>
    </dsp:sp>
    <dsp:sp modelId="{F4D82E4E-57BF-4B7F-AE64-990C8A3705D1}">
      <dsp:nvSpPr>
        <dsp:cNvPr id="0" name=""/>
        <dsp:cNvSpPr/>
      </dsp:nvSpPr>
      <dsp:spPr>
        <a:xfrm>
          <a:off x="749068" y="38715"/>
          <a:ext cx="3691623" cy="3691623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31D01-D4DC-449C-8522-9B4684CA4979}">
      <dsp:nvSpPr>
        <dsp:cNvPr id="0" name=""/>
        <dsp:cNvSpPr/>
      </dsp:nvSpPr>
      <dsp:spPr>
        <a:xfrm>
          <a:off x="777607" y="126284"/>
          <a:ext cx="3691623" cy="3691623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CA3B7-D302-4D17-A766-3139059FD034}">
      <dsp:nvSpPr>
        <dsp:cNvPr id="0" name=""/>
        <dsp:cNvSpPr/>
      </dsp:nvSpPr>
      <dsp:spPr>
        <a:xfrm>
          <a:off x="703078" y="180415"/>
          <a:ext cx="3691623" cy="3691623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A561E-0713-40B5-91E6-D2D6BC65C21C}">
      <dsp:nvSpPr>
        <dsp:cNvPr id="0" name=""/>
        <dsp:cNvSpPr/>
      </dsp:nvSpPr>
      <dsp:spPr>
        <a:xfrm>
          <a:off x="628549" y="126284"/>
          <a:ext cx="3691623" cy="3691623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52859-3260-48F2-B067-B8298A3A9FCA}">
      <dsp:nvSpPr>
        <dsp:cNvPr id="0" name=""/>
        <dsp:cNvSpPr/>
      </dsp:nvSpPr>
      <dsp:spPr>
        <a:xfrm>
          <a:off x="657087" y="38715"/>
          <a:ext cx="3691623" cy="3691623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E26FA-AD31-438A-8162-D97C28468652}">
      <dsp:nvSpPr>
        <dsp:cNvPr id="0" name=""/>
        <dsp:cNvSpPr/>
      </dsp:nvSpPr>
      <dsp:spPr>
        <a:xfrm>
          <a:off x="788484" y="914875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A8FD0-0624-4BEB-94A3-7BFE3FD4E05C}">
      <dsp:nvSpPr>
        <dsp:cNvPr id="0" name=""/>
        <dsp:cNvSpPr/>
      </dsp:nvSpPr>
      <dsp:spPr>
        <a:xfrm>
          <a:off x="4219" y="1839434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300" b="1" kern="1200">
              <a:latin typeface="Aptos"/>
            </a:rPr>
            <a:t>Security Events</a:t>
          </a:r>
          <a:endParaRPr lang="en-US" sz="2300" kern="1200">
            <a:latin typeface="Aptos"/>
          </a:endParaRPr>
        </a:p>
      </dsp:txBody>
      <dsp:txXfrm>
        <a:off x="4219" y="1839434"/>
        <a:ext cx="2413125" cy="361968"/>
      </dsp:txXfrm>
    </dsp:sp>
    <dsp:sp modelId="{67FA6F13-E138-4072-8294-31A7E2351392}">
      <dsp:nvSpPr>
        <dsp:cNvPr id="0" name=""/>
        <dsp:cNvSpPr/>
      </dsp:nvSpPr>
      <dsp:spPr>
        <a:xfrm>
          <a:off x="4219" y="2238595"/>
          <a:ext cx="2413125" cy="535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Failed Logins, File Integrity, Firewall Blocks</a:t>
          </a:r>
          <a:endParaRPr lang="de-DE" sz="1700" kern="1200">
            <a:latin typeface="Aptos"/>
          </a:endParaRPr>
        </a:p>
      </dsp:txBody>
      <dsp:txXfrm>
        <a:off x="4219" y="2238595"/>
        <a:ext cx="2413125" cy="535933"/>
      </dsp:txXfrm>
    </dsp:sp>
    <dsp:sp modelId="{85F31EC1-FB11-4152-85B2-DA20584F3721}">
      <dsp:nvSpPr>
        <dsp:cNvPr id="0" name=""/>
        <dsp:cNvSpPr/>
      </dsp:nvSpPr>
      <dsp:spPr>
        <a:xfrm>
          <a:off x="3623906" y="914875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A572E-0603-4D0B-B3A3-BA8C21AE8360}">
      <dsp:nvSpPr>
        <dsp:cNvPr id="0" name=""/>
        <dsp:cNvSpPr/>
      </dsp:nvSpPr>
      <dsp:spPr>
        <a:xfrm>
          <a:off x="2839641" y="1839434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300" b="1" kern="1200">
              <a:latin typeface="Aptos"/>
            </a:rPr>
            <a:t>Attack Detection</a:t>
          </a:r>
          <a:endParaRPr lang="en-US" sz="2300" kern="1200">
            <a:latin typeface="Aptos"/>
          </a:endParaRPr>
        </a:p>
      </dsp:txBody>
      <dsp:txXfrm>
        <a:off x="2839641" y="1839434"/>
        <a:ext cx="2413125" cy="361968"/>
      </dsp:txXfrm>
    </dsp:sp>
    <dsp:sp modelId="{7F743553-20FD-4498-97FF-BA165EDC1D2E}">
      <dsp:nvSpPr>
        <dsp:cNvPr id="0" name=""/>
        <dsp:cNvSpPr/>
      </dsp:nvSpPr>
      <dsp:spPr>
        <a:xfrm>
          <a:off x="2839641" y="2238595"/>
          <a:ext cx="2413125" cy="535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>
              <a:latin typeface="Aptos"/>
            </a:rPr>
            <a:t>IDS Alerts, WAF Blocks, Anomalies</a:t>
          </a:r>
          <a:endParaRPr lang="en-US" sz="1700" kern="1200">
            <a:latin typeface="Aptos"/>
          </a:endParaRPr>
        </a:p>
      </dsp:txBody>
      <dsp:txXfrm>
        <a:off x="2839641" y="2238595"/>
        <a:ext cx="2413125" cy="535933"/>
      </dsp:txXfrm>
    </dsp:sp>
    <dsp:sp modelId="{DCBF4A59-0E6B-4F44-8A93-17CC011FC0D6}">
      <dsp:nvSpPr>
        <dsp:cNvPr id="0" name=""/>
        <dsp:cNvSpPr/>
      </dsp:nvSpPr>
      <dsp:spPr>
        <a:xfrm>
          <a:off x="6459328" y="914875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D7C58-C2B0-4E0F-A4DA-6A76A3A52DD3}">
      <dsp:nvSpPr>
        <dsp:cNvPr id="0" name=""/>
        <dsp:cNvSpPr/>
      </dsp:nvSpPr>
      <dsp:spPr>
        <a:xfrm>
          <a:off x="5675062" y="1839434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300" b="1" kern="1200">
              <a:latin typeface="Aptos"/>
            </a:rPr>
            <a:t>Compliance</a:t>
          </a:r>
          <a:endParaRPr lang="en-US" sz="2300" kern="1200">
            <a:latin typeface="Aptos"/>
          </a:endParaRPr>
        </a:p>
      </dsp:txBody>
      <dsp:txXfrm>
        <a:off x="5675062" y="1839434"/>
        <a:ext cx="2413125" cy="361968"/>
      </dsp:txXfrm>
    </dsp:sp>
    <dsp:sp modelId="{4D7799DF-18F5-49A2-834D-8C0CC0B22C44}">
      <dsp:nvSpPr>
        <dsp:cNvPr id="0" name=""/>
        <dsp:cNvSpPr/>
      </dsp:nvSpPr>
      <dsp:spPr>
        <a:xfrm>
          <a:off x="5675062" y="2238595"/>
          <a:ext cx="2413125" cy="535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>
              <a:latin typeface="Aptos"/>
            </a:rPr>
            <a:t>PCI-DSS, GDPR, HIPAA</a:t>
          </a:r>
          <a:endParaRPr lang="en-US" sz="1700" kern="1200">
            <a:latin typeface="Aptos"/>
          </a:endParaRPr>
        </a:p>
      </dsp:txBody>
      <dsp:txXfrm>
        <a:off x="5675062" y="2238595"/>
        <a:ext cx="2413125" cy="535933"/>
      </dsp:txXfrm>
    </dsp:sp>
    <dsp:sp modelId="{E374FFE1-F7F7-41C6-8D6F-1B4C6CD2F386}">
      <dsp:nvSpPr>
        <dsp:cNvPr id="0" name=""/>
        <dsp:cNvSpPr/>
      </dsp:nvSpPr>
      <dsp:spPr>
        <a:xfrm>
          <a:off x="9294750" y="914875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8D248-D818-44F3-BAC0-F1A90E227D03}">
      <dsp:nvSpPr>
        <dsp:cNvPr id="0" name=""/>
        <dsp:cNvSpPr/>
      </dsp:nvSpPr>
      <dsp:spPr>
        <a:xfrm>
          <a:off x="8510484" y="1839434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300" b="1" kern="1200">
              <a:latin typeface="Aptos"/>
            </a:rPr>
            <a:t>Dashboards</a:t>
          </a:r>
          <a:endParaRPr lang="en-US" sz="2300" kern="1200">
            <a:latin typeface="Aptos"/>
          </a:endParaRPr>
        </a:p>
      </dsp:txBody>
      <dsp:txXfrm>
        <a:off x="8510484" y="1839434"/>
        <a:ext cx="2413125" cy="361968"/>
      </dsp:txXfrm>
    </dsp:sp>
    <dsp:sp modelId="{78A9FEAF-FA00-485C-B37B-2FE79067BEB5}">
      <dsp:nvSpPr>
        <dsp:cNvPr id="0" name=""/>
        <dsp:cNvSpPr/>
      </dsp:nvSpPr>
      <dsp:spPr>
        <a:xfrm>
          <a:off x="8510484" y="2238595"/>
          <a:ext cx="2413125" cy="535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>
              <a:latin typeface="Aptos"/>
            </a:rPr>
            <a:t>Real-time Alerts, Timelines</a:t>
          </a:r>
          <a:endParaRPr lang="en-US" sz="1700" kern="1200">
            <a:latin typeface="Aptos"/>
          </a:endParaRPr>
        </a:p>
      </dsp:txBody>
      <dsp:txXfrm>
        <a:off x="8510484" y="2238595"/>
        <a:ext cx="2413125" cy="5359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295FD-7D04-4843-97D3-1B9A313DDE47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942CD-3E33-4554-B5C8-F74CB475C324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B5E94-1FDA-4C71-A669-D8030D7C30C2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3600" b="1" kern="1200"/>
            <a:t>SQL Injection</a:t>
          </a:r>
          <a:endParaRPr lang="en-US" sz="3600" kern="1200"/>
        </a:p>
      </dsp:txBody>
      <dsp:txXfrm>
        <a:off x="93445" y="3018902"/>
        <a:ext cx="3206250" cy="720000"/>
      </dsp:txXfrm>
    </dsp:sp>
    <dsp:sp modelId="{968A3D90-927D-408A-8AED-C0536373DEB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78FAF-967C-4C1A-AB4D-CD6B8F571944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8FBEC-F67A-46D2-AD55-D71BC7E5057D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3600" b="1" kern="1200"/>
            <a:t>Brute force</a:t>
          </a:r>
          <a:endParaRPr lang="en-US" sz="3600" kern="1200"/>
        </a:p>
      </dsp:txBody>
      <dsp:txXfrm>
        <a:off x="3860789" y="3018902"/>
        <a:ext cx="3206250" cy="720000"/>
      </dsp:txXfrm>
    </dsp:sp>
    <dsp:sp modelId="{A917E753-2A40-4820-8BB0-807A07C0B6F9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260ED-8B62-4A7F-BEBD-9525CF48CDA6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F3913-0C73-48F6-9874-74A70EAB0D04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3600" b="1" kern="1200"/>
            <a:t>Web Attack</a:t>
          </a:r>
          <a:endParaRPr lang="en-US" sz="3600" kern="1200"/>
        </a:p>
      </dsp:txBody>
      <dsp:txXfrm>
        <a:off x="7628133" y="3018902"/>
        <a:ext cx="32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EBC9F-EF8E-49B0-94D0-83EC3F77D053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022DE-A4EB-4212-92E2-6E35F2868DF5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Defense in Depth funktioniert 4 Layer → 4 Chancen zu blockieren Kein Single Point of Failure</a:t>
          </a:r>
        </a:p>
      </dsp:txBody>
      <dsp:txXfrm>
        <a:off x="59990" y="2654049"/>
        <a:ext cx="3226223" cy="720000"/>
      </dsp:txXfrm>
    </dsp:sp>
    <dsp:sp modelId="{5DE3309C-3C39-4126-B715-D3F7560A604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27E2D-8455-45D5-886A-DBD32ED369EF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 Scripts → komplette DMZ in 5 Minuten Reproduzierbar, kein Config Drift, Automation ist essentiell</a:t>
          </a:r>
        </a:p>
      </dsp:txBody>
      <dsp:txXfrm>
        <a:off x="3850802" y="2654049"/>
        <a:ext cx="3226223" cy="720000"/>
      </dsp:txXfrm>
    </dsp:sp>
    <dsp:sp modelId="{7473DFBD-E211-4FEA-A3B8-DCEF5E312DAC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0EC50-697E-453D-964B-61EF32C90F2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7 Agents, 1 Dashboard Real-time Visibility, SIEM macht Sicherheit messbar, Containerlab ideal für Netzwerk-Labs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47E24-F281-8323-9E14-033D59010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22A868-D5D8-819B-0386-7C74DD39E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8FF1C1-4981-C821-C779-91C8A03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E49686-8D66-0D99-DACA-B5E8E8EE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2BB680-D657-BC77-60BA-EC1237D9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509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2EF5C-9641-C1AD-266B-3455B26A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190965-DBD9-7E76-A0E1-65529CDF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FED46F-C63B-7475-1809-D6AE9412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BBD478-C059-3A2D-33DA-DF8BBABE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47B26C-3AB0-76A7-E99D-EFA51D36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374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B6759-6067-C3E5-DBEB-01DF61EB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DC7CD4-29F7-2857-A84B-50BCDA931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5C29FC-5F62-D959-D89A-6E9D0451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1B75F7-9A6E-A10C-A5CD-CFF005EB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3A45A7-88B2-1632-0D82-22D9E534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893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97C96-BEB3-F049-ABFB-456B48AE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A94E39-A4A5-1AC0-C501-0B7357FBC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2F0BED-2506-50AF-4F3B-D8E0EB165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76B62C-007B-0DF8-47AB-D3F7CC0E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EB3093-5C45-25AB-015D-BDEC75F0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7956E8-BDAB-7BD9-05D2-F540AC9B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500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A5597-CB30-C31B-36C2-14F092AB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83A1CE-AF99-4628-4F1E-BB371C1B5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D10988-47B9-EB2F-F004-64DC34685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9B0BE8-24F5-41D8-B4D2-5295C55D0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0064AC-40C8-3397-AB1E-A2B723570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5251F45-9D6F-61D3-3FB8-DE4258E4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4E2A24-04AD-9097-7B10-8B88867C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A21E6E0-9ED3-2A95-4797-B6F55C20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3438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5ECB1-2AC4-4CEE-71A2-A78090D8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7F5084-6BFD-5384-7D9B-43F7C2BB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B81E85-C5D2-F541-4032-EF8EE06D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80D518-0603-8E27-6747-3D1C49A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099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CFDA18-A0BD-57FA-2693-A4A1DA5C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6E9514-842B-9FB0-7755-87D5A616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176826-7F6F-1AA2-30E5-F0F87115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747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DBDA2-4DC0-C425-D323-0E2E19EF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DACE62-8933-F5E8-1CED-E78504446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8D0462-06DD-8DE7-423F-203C75D85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E9E48F-E627-5B48-AF50-2238947C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C985BC-0C10-3FA6-C369-700D468A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B8CA0C-DBDF-413E-24E5-B6AF7EC3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798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D9395-45F7-7A35-6A87-4DE59774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9E3D7FA-35A0-3153-8095-214790284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70E13C-5469-E70C-F1FD-8A16E160E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28CEB3-5422-C616-E411-A75B6A0D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07EF65-1386-2AA5-8DBD-1195178C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A88116-9DC1-E361-17C8-77207D29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195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FBB54-FB31-F137-76F6-A381F41F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6CF8FA-3F00-075B-0908-425DBB5E6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CEF28F-1787-4A5F-925B-61032A42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463DA0-294D-C9F9-FFE4-108A659D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02F272-FB56-6BE2-96D1-6DC3FCC0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837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C56C21-77A3-B3EC-F7D9-6A17D4806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80193C-9B35-D4F3-60CF-C4990288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61A039-E4AE-A879-6B6A-C1811315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A8553F-547D-7473-4E47-A45895CF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F3F964-9881-2DF2-D98C-D3F3F9F3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00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49DF76-6C02-7E0A-EFA2-B5DA29DB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E11C18-FA09-94FE-B448-06707ED66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6F557-65A9-6F2E-4F84-B962CFBEE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08E1C-0F4E-4505-8DCF-31FC02D8EDC4}" type="datetimeFigureOut">
              <a:rPr lang="en-DE" smtClean="0"/>
              <a:t>12/02/2025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3800AD-7CCA-70EC-785D-59E14BBE8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01BC3F-D342-B131-AE21-AA359C44F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EB7B9-FFA2-4BE6-B039-64794FF43C0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885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846699-857B-28F6-E901-1EC3A5385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de-DE" sz="4200">
                <a:solidFill>
                  <a:schemeClr val="bg1"/>
                </a:solidFill>
              </a:rPr>
              <a:t>DMZ-Projekt: Multi-Layer Security</a:t>
            </a:r>
            <a:br>
              <a:rPr lang="de-DE" sz="4200">
                <a:solidFill>
                  <a:schemeClr val="bg1"/>
                </a:solidFill>
              </a:rPr>
            </a:br>
            <a:r>
              <a:rPr lang="de-DE" sz="4200">
                <a:solidFill>
                  <a:schemeClr val="bg1"/>
                </a:solidFill>
              </a:rPr>
              <a:t>Containerlab-basierte Netzwerksimulation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096451-DE6E-E806-CEDE-4E413C79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Von: Jonas Thiel, Nico Nasuti</a:t>
            </a:r>
            <a:endParaRPr lang="en-DE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42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622B86-E95B-A125-72DB-BBEEA2A5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Motivation &amp; Relevanz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14" name="Inhaltsplatzhalter 2">
            <a:extLst>
              <a:ext uri="{FF2B5EF4-FFF2-40B4-BE49-F238E27FC236}">
                <a16:creationId xmlns:a16="http://schemas.microsoft.com/office/drawing/2014/main" id="{BB2A8FEC-908B-4E91-BCE7-FF5D3BE94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506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145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FF75A2-10AD-1CD5-D381-793C1249E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Projektziele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CF1C4C-3110-845F-31E4-A3D076A18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345"/>
            <a:ext cx="5097780" cy="39106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Projektumfang 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Vollständige DMZ-Simulation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4 Security Layer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Automatisiertes Deployment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Real-time Monotoring</a:t>
            </a:r>
          </a:p>
        </p:txBody>
      </p:sp>
      <p:graphicFrame>
        <p:nvGraphicFramePr>
          <p:cNvPr id="21" name="Textfeld 3">
            <a:extLst>
              <a:ext uri="{FF2B5EF4-FFF2-40B4-BE49-F238E27FC236}">
                <a16:creationId xmlns:a16="http://schemas.microsoft.com/office/drawing/2014/main" id="{0EF686C9-1F2A-CE90-5B93-9F069370D32D}"/>
              </a:ext>
            </a:extLst>
          </p:cNvPr>
          <p:cNvGraphicFramePr/>
          <p:nvPr/>
        </p:nvGraphicFramePr>
        <p:xfrm>
          <a:off x="6256020" y="2266345"/>
          <a:ext cx="5097780" cy="3910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8179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C72571-D872-9336-232C-87CF174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Topologie</a:t>
            </a:r>
          </a:p>
        </p:txBody>
      </p:sp>
      <p:pic>
        <p:nvPicPr>
          <p:cNvPr id="35" name="Inhaltsplatzhalter 34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1839048C-7F24-B2AC-98C6-337C5B44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989" y="122051"/>
            <a:ext cx="6551262" cy="6551262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64E7BC95-B494-A559-28FF-0712143EF0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725AE77-C265-5070-5334-07C1CCAFFA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822960"/>
            <a:ext cx="2910840" cy="291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4E8FDC7C-9B9D-1CE8-9354-2C62A1107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B71BB948-1A3B-68AE-30CE-52C978D3CF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248FBF71-B215-4879-12E9-8DD2E6F25D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F00EE197-8851-1ADA-9D28-42B6E7AED4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E4F08606-FEDC-3487-36C9-857B10310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8" name="AutoShape 16">
            <a:extLst>
              <a:ext uri="{FF2B5EF4-FFF2-40B4-BE49-F238E27FC236}">
                <a16:creationId xmlns:a16="http://schemas.microsoft.com/office/drawing/2014/main" id="{4AEAE621-115A-8169-B501-0457EF0A6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8000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3" name="AutoShape 18">
            <a:extLst>
              <a:ext uri="{FF2B5EF4-FFF2-40B4-BE49-F238E27FC236}">
                <a16:creationId xmlns:a16="http://schemas.microsoft.com/office/drawing/2014/main" id="{D193E515-5528-E60E-B7BE-3B60949393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4343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86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DCA7DD-DB79-F962-4A56-31C70DCA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de-DE" sz="3600"/>
              <a:t>Edge Firewall</a:t>
            </a:r>
            <a:endParaRPr lang="en-DE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509284-A11E-A3F8-680C-39DFF858E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de-DE" sz="1800"/>
              <a:t>Technologie: iptables</a:t>
            </a:r>
          </a:p>
          <a:p>
            <a:r>
              <a:rPr lang="de-DE" sz="1800"/>
              <a:t>Strategie: Default DROP, Allow HTTP/HTTPS</a:t>
            </a:r>
          </a:p>
          <a:p>
            <a:r>
              <a:rPr lang="de-DE" sz="1800"/>
              <a:t>Features:</a:t>
            </a:r>
          </a:p>
          <a:p>
            <a:r>
              <a:rPr lang="de-DE" sz="1800"/>
              <a:t>Port 80/443 zu DMZ erlaubt</a:t>
            </a:r>
          </a:p>
          <a:p>
            <a:r>
              <a:rPr lang="de-DE" sz="1800"/>
              <a:t>Alle anderen Ports blockiert</a:t>
            </a:r>
          </a:p>
          <a:p>
            <a:r>
              <a:rPr lang="de-DE" sz="1800"/>
              <a:t>Logging aller DROP-Events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3CC794-2F8B-9D4D-957F-5F9717CB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323" y="1285186"/>
            <a:ext cx="6686350" cy="371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8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3A146F-0A3E-13CC-0191-5B08B80CF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de-DE" sz="3600"/>
              <a:t>IDS (Suricata)</a:t>
            </a:r>
            <a:endParaRPr lang="en-DE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E83A20-70EB-FD07-B4AA-05185AEFF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de-DE" sz="1800"/>
              <a:t>Technologie: Suricata</a:t>
            </a:r>
          </a:p>
          <a:p>
            <a:r>
              <a:rPr lang="de-DE" sz="1800"/>
              <a:t>Deployment: Port Mirroring vom Edge Firewall</a:t>
            </a:r>
          </a:p>
          <a:p>
            <a:r>
              <a:rPr lang="de-DE" sz="1800"/>
              <a:t>Detection Methods:</a:t>
            </a:r>
          </a:p>
          <a:p>
            <a:r>
              <a:rPr lang="de-DE" sz="1800"/>
              <a:t>Signature-based</a:t>
            </a:r>
          </a:p>
          <a:p>
            <a:r>
              <a:rPr lang="de-DE" sz="1800"/>
              <a:t>Anomaly-based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1A3E97-4A80-4103-D8D8-ADB41A5E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822" y="1127236"/>
            <a:ext cx="6411184" cy="427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4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79C0F-13D1-AFD7-D9C3-F4E756AB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de-DE" sz="3600"/>
              <a:t>WAF (ModSecurity)</a:t>
            </a:r>
            <a:endParaRPr lang="en-DE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9CB31C-0ECC-03A0-2365-331DE7AC8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Technologie: ModSecurity + Nginx</a:t>
            </a:r>
          </a:p>
          <a:p>
            <a:r>
              <a:rPr lang="en-US" sz="1800"/>
              <a:t>Rule Set: OWASP Core Rule Set (CRS)</a:t>
            </a:r>
          </a:p>
          <a:p>
            <a:r>
              <a:rPr lang="en-US" sz="1800"/>
              <a:t>Protection:</a:t>
            </a:r>
          </a:p>
          <a:p>
            <a:r>
              <a:rPr lang="en-US" sz="1800"/>
              <a:t>Application-Layer Angriffe</a:t>
            </a:r>
          </a:p>
          <a:p>
            <a:r>
              <a:rPr lang="en-US" sz="1800"/>
              <a:t>Input Validation</a:t>
            </a:r>
          </a:p>
          <a:p>
            <a:r>
              <a:rPr lang="en-US" sz="1800"/>
              <a:t>Rate Limiting</a:t>
            </a:r>
          </a:p>
          <a:p>
            <a:endParaRPr lang="en-DE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630E811-F04E-2271-0FD9-EB06B8C9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39" y="1229089"/>
            <a:ext cx="6781600" cy="415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75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4081AA-F0EE-5AA0-7E60-32C3A6E8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de-DE" sz="3600"/>
              <a:t>Internal Firewall</a:t>
            </a:r>
            <a:endParaRPr lang="en-DE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75CE03-9CF1-ADE3-15CD-DA1FC2B2C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de-DE" sz="1800"/>
              <a:t>Funktion: Micro-Segmentation</a:t>
            </a:r>
          </a:p>
          <a:p>
            <a:r>
              <a:rPr lang="de-DE" sz="1800"/>
              <a:t>Regeln:</a:t>
            </a:r>
          </a:p>
          <a:p>
            <a:r>
              <a:rPr lang="de-DE" sz="1800"/>
              <a:t>DMZ → Internal: NUR spezifische Ports</a:t>
            </a:r>
          </a:p>
          <a:p>
            <a:r>
              <a:rPr lang="de-DE" sz="1800"/>
              <a:t>Internal → Database: NUR Port 3306</a:t>
            </a:r>
          </a:p>
          <a:p>
            <a:r>
              <a:rPr lang="de-DE" sz="1800"/>
              <a:t>SIEM Zone: Monitoring-Only</a:t>
            </a:r>
          </a:p>
          <a:p>
            <a:r>
              <a:rPr lang="de-DE" sz="1800"/>
              <a:t>Vorteil: → Selbst wenn DMZ kompromittiert, Internal geschützt</a:t>
            </a:r>
          </a:p>
          <a:p>
            <a:endParaRPr lang="en-DE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8AD49A3A-5331-3214-718E-228879F9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071" y="1213378"/>
            <a:ext cx="7100359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00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6AF688-8447-747E-6F3A-A80AE274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Wazuh Architektur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A275012-4242-42DF-34C2-FF1F56B646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" name="Inhaltsplatzhalter 6" descr="Ein Bild, das Text, Softwar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EAF8EB5-3D25-D4CB-1C5C-17E80B2203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5" r="2087" b="3486"/>
          <a:stretch>
            <a:fillRect/>
          </a:stretch>
        </p:blipFill>
        <p:spPr bwMode="auto">
          <a:xfrm>
            <a:off x="4038604" y="993645"/>
            <a:ext cx="8213658" cy="476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2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781188-1116-3471-F51F-A3963701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SIEM Capabilities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6FDD3D79-5764-90C8-0A45-8A741FD96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04815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646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DD27BA-C884-AD72-60DE-93BE6FAF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Angriffs-Szenario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21" name="Inhaltsplatzhalter 2">
            <a:extLst>
              <a:ext uri="{FF2B5EF4-FFF2-40B4-BE49-F238E27FC236}">
                <a16:creationId xmlns:a16="http://schemas.microsoft.com/office/drawing/2014/main" id="{C2D06186-76DA-C5D7-6BC6-814A112BB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9251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976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9C0FDF-978C-5CAA-FD64-E6CC01B1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Key </a:t>
            </a:r>
            <a:r>
              <a:rPr lang="de-DE" sz="4000" dirty="0" err="1">
                <a:solidFill>
                  <a:srgbClr val="FFFFFF"/>
                </a:solidFill>
              </a:rPr>
              <a:t>Takeways</a:t>
            </a:r>
            <a:endParaRPr lang="en-DE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C1085413-A3E4-8DB1-488C-8D42E60B9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09534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640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2AE6E-9A89-F5D0-D415-B37CA972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E330AA-0AFB-74E4-CC7B-6CFB953DF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069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261</Words>
  <Application>Microsoft Office PowerPoint</Application>
  <PresentationFormat>Breitbild</PresentationFormat>
  <Paragraphs>64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DMZ-Projekt: Multi-Layer Security Containerlab-basierte Netzwerksimulation</vt:lpstr>
      <vt:lpstr>Motivation &amp; Relevanz</vt:lpstr>
      <vt:lpstr>Projektziele</vt:lpstr>
      <vt:lpstr>Topologie</vt:lpstr>
      <vt:lpstr>Edge Firewall</vt:lpstr>
      <vt:lpstr>IDS (Suricata)</vt:lpstr>
      <vt:lpstr>WAF (ModSecurity)</vt:lpstr>
      <vt:lpstr>Internal Firewall</vt:lpstr>
      <vt:lpstr>Wazuh Architektur</vt:lpstr>
      <vt:lpstr>SIEM Capabilities</vt:lpstr>
      <vt:lpstr>Angriffs-Szenario</vt:lpstr>
      <vt:lpstr>Key Takeways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 Nasuti</dc:creator>
  <cp:lastModifiedBy>Nico Nasuti</cp:lastModifiedBy>
  <cp:revision>91</cp:revision>
  <dcterms:created xsi:type="dcterms:W3CDTF">2025-12-02T13:04:46Z</dcterms:created>
  <dcterms:modified xsi:type="dcterms:W3CDTF">2025-12-02T19:08:11Z</dcterms:modified>
</cp:coreProperties>
</file>